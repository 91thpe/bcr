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ags/tag2.xml" ContentType="application/vnd.openxmlformats-officedocument.presentationml.tags+xml"/>
  <Override PartName="/ppt/tags/tag5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6.xml" ContentType="application/vnd.openxmlformats-officedocument.presentationml.tags+xml"/>
  <Override PartName="/ppt/tags/tag10.xml" ContentType="application/vnd.openxmlformats-officedocument.presentationml.tags+xml"/>
  <Override PartName="/ppt/tags/tag8.xml" ContentType="application/vnd.openxmlformats-officedocument.presentationml.tag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gs/tag13.xml" ContentType="application/vnd.openxmlformats-officedocument.presentationml.tags+xml"/>
  <Override PartName="/ppt/tags/tag12.xml" ContentType="application/vnd.openxmlformats-officedocument.presentationml.tags+xml"/>
  <Override PartName="/ppt/tags/tag11.xml" ContentType="application/vnd.openxmlformats-officedocument.presentationml.tags+xml"/>
  <Override PartName="/ppt/tags/tag1.xml" ContentType="application/vnd.openxmlformats-officedocument.presentationml.tags+xml"/>
  <Override PartName="/ppt/tags/tag9.xml" ContentType="application/vnd.openxmlformats-officedocument.presentationml.tags+xml"/>
  <Override PartName="/ppt/tags/tag7.xml" ContentType="application/vnd.openxmlformats-officedocument.presentationml.tag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62" r:id="rId4"/>
    <p:sldId id="260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DD673A"/>
    <a:srgbClr val="CC5300"/>
    <a:srgbClr val="DA5800"/>
    <a:srgbClr val="E65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2" autoAdjust="0"/>
  </p:normalViewPr>
  <p:slideViewPr>
    <p:cSldViewPr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Schwarz Carigiet" userId="8cd1508d44ba01dd" providerId="LiveId" clId="{78322F6A-4B60-47EF-B860-52961308E842}"/>
    <pc:docChg chg="addSld modSld">
      <pc:chgData name="Daniel Schwarz Carigiet" userId="8cd1508d44ba01dd" providerId="LiveId" clId="{78322F6A-4B60-47EF-B860-52961308E842}" dt="2018-03-06T11:03:26.663" v="4"/>
      <pc:docMkLst>
        <pc:docMk/>
      </pc:docMkLst>
      <pc:sldChg chg="add">
        <pc:chgData name="Daniel Schwarz Carigiet" userId="8cd1508d44ba01dd" providerId="LiveId" clId="{78322F6A-4B60-47EF-B860-52961308E842}" dt="2018-03-06T11:03:15.931" v="0"/>
        <pc:sldMkLst>
          <pc:docMk/>
          <pc:sldMk cId="4241380933" sldId="256"/>
        </pc:sldMkLst>
      </pc:sldChg>
      <pc:sldChg chg="add">
        <pc:chgData name="Daniel Schwarz Carigiet" userId="8cd1508d44ba01dd" providerId="LiveId" clId="{78322F6A-4B60-47EF-B860-52961308E842}" dt="2018-03-06T11:03:18.949" v="1"/>
        <pc:sldMkLst>
          <pc:docMk/>
          <pc:sldMk cId="3287784817" sldId="257"/>
        </pc:sldMkLst>
      </pc:sldChg>
      <pc:sldChg chg="add">
        <pc:chgData name="Daniel Schwarz Carigiet" userId="8cd1508d44ba01dd" providerId="LiveId" clId="{78322F6A-4B60-47EF-B860-52961308E842}" dt="2018-03-06T11:03:21.254" v="2"/>
        <pc:sldMkLst>
          <pc:docMk/>
          <pc:sldMk cId="63369858" sldId="258"/>
        </pc:sldMkLst>
      </pc:sldChg>
      <pc:sldChg chg="add">
        <pc:chgData name="Daniel Schwarz Carigiet" userId="8cd1508d44ba01dd" providerId="LiveId" clId="{78322F6A-4B60-47EF-B860-52961308E842}" dt="2018-03-06T11:03:24.252" v="3"/>
        <pc:sldMkLst>
          <pc:docMk/>
          <pc:sldMk cId="2099603834" sldId="259"/>
        </pc:sldMkLst>
      </pc:sldChg>
      <pc:sldChg chg="add">
        <pc:chgData name="Daniel Schwarz Carigiet" userId="8cd1508d44ba01dd" providerId="LiveId" clId="{78322F6A-4B60-47EF-B860-52961308E842}" dt="2018-03-06T11:03:26.663" v="4"/>
        <pc:sldMkLst>
          <pc:docMk/>
          <pc:sldMk cId="2736522626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emf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smtClean="0"/>
              <a:t>Klicka om du vill redigera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sv-SE" smtClean="0"/>
              <a:t>Redigera format för bakgrundstext</a:t>
            </a:r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smtClean="0"/>
              <a:t>Klicka om du vill redigera mall för underrubrikformat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smtClean="0"/>
              <a:t>Redigera format för bakgrundstext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5FBF08-CC27-44F7-B5AB-BD3EC148142B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  <p:sp>
        <p:nvSpPr>
          <p:cNvPr id="9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sv-SE" smtClean="0"/>
              <a:t>Klicka här för att ändra format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Redigera format för bakgrundstext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Redigera format för bakgrundstext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428ED-8510-4AD4-A518-3035D91A916F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err="1"/>
              <a:t>Anlass</a:t>
            </a:r>
            <a:r>
              <a:rPr lang="en-US" dirty="0"/>
              <a:t>, Datum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ett medieklipp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sv-SE" smtClean="0"/>
              <a:t>Redigera format för bakgrundstext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smtClean="0"/>
              <a:t>Redigera format för bakgrundstext</a:t>
            </a:r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 smtClean="0"/>
              <a:t>Klicka på ikonen för att lägga till en bild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07A5F-B00B-4DE8-84B0-0DDBC1A982C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584" y="2093996"/>
            <a:ext cx="5400000" cy="212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Anlass</a:t>
            </a:r>
            <a:r>
              <a:rPr lang="en-US" dirty="0"/>
              <a:t>, Datum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  <p:sp>
        <p:nvSpPr>
          <p:cNvPr id="8" name="Classification" hidden="1"/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de-CH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1" r:id="rId3"/>
    <p:sldLayoutId id="2147483682" r:id="rId4"/>
    <p:sldLayoutId id="2147483662" r:id="rId5"/>
    <p:sldLayoutId id="2147483664" r:id="rId6"/>
    <p:sldLayoutId id="2147483678" r:id="rId7"/>
    <p:sldLayoutId id="2147483679" r:id="rId8"/>
    <p:sldLayoutId id="2147483675" r:id="rId9"/>
    <p:sldLayoutId id="2147483676" r:id="rId10"/>
    <p:sldLayoutId id="2147483677" r:id="rId11"/>
    <p:sldLayoutId id="2147483668" r:id="rId12"/>
    <p:sldLayoutId id="2147483669" r:id="rId13"/>
    <p:sldLayoutId id="2147483670" r:id="rId14"/>
    <p:sldLayoutId id="2147483673" r:id="rId15"/>
    <p:sldLayoutId id="2147483672" r:id="rId16"/>
    <p:sldLayoutId id="2147483666" r:id="rId17"/>
    <p:sldLayoutId id="2147483667" r:id="rId18"/>
    <p:sldLayoutId id="2147483680" r:id="rId19"/>
    <p:sldLayoutId id="2147483674" r:id="rId20"/>
  </p:sldLayoutIdLst>
  <p:hf hd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D920197-3537-40BB-8284-E5F7A47985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buClr>
                <a:srgbClr val="FF6600"/>
              </a:buClr>
              <a:buSzPct val="80000"/>
            </a:pPr>
            <a:r>
              <a:rPr lang="en-GB" sz="4400" i="1" dirty="0" smtClean="0">
                <a:solidFill>
                  <a:srgbClr val="FF6600"/>
                </a:solidFill>
              </a:rPr>
              <a:t>N</a:t>
            </a:r>
            <a:r>
              <a:rPr lang="en-GB" sz="4400" i="1" dirty="0" smtClean="0">
                <a:solidFill>
                  <a:schemeClr val="tx1"/>
                </a:solidFill>
              </a:rPr>
              <a:t>ear</a:t>
            </a:r>
            <a:br>
              <a:rPr lang="en-GB" sz="4400" i="1" dirty="0" smtClean="0">
                <a:solidFill>
                  <a:schemeClr val="tx1"/>
                </a:solidFill>
              </a:rPr>
            </a:br>
            <a:r>
              <a:rPr lang="en-GB" sz="4400" i="1" dirty="0" smtClean="0">
                <a:solidFill>
                  <a:srgbClr val="FF6600"/>
                </a:solidFill>
              </a:rPr>
              <a:t>F</a:t>
            </a:r>
            <a:r>
              <a:rPr lang="en-GB" sz="4400" i="1" dirty="0" smtClean="0">
                <a:solidFill>
                  <a:schemeClr val="tx1"/>
                </a:solidFill>
              </a:rPr>
              <a:t>ield</a:t>
            </a:r>
            <a:r>
              <a:rPr lang="en-GB" sz="4400" i="1" dirty="0" smtClean="0">
                <a:solidFill>
                  <a:srgbClr val="FF6600"/>
                </a:solidFill>
              </a:rPr>
              <a:t/>
            </a:r>
            <a:br>
              <a:rPr lang="en-GB" sz="4400" i="1" dirty="0" smtClean="0">
                <a:solidFill>
                  <a:srgbClr val="FF6600"/>
                </a:solidFill>
              </a:rPr>
            </a:br>
            <a:r>
              <a:rPr lang="en-GB" sz="4400" i="1" dirty="0" smtClean="0">
                <a:solidFill>
                  <a:srgbClr val="FF6600"/>
                </a:solidFill>
              </a:rPr>
              <a:t>C</a:t>
            </a:r>
            <a:r>
              <a:rPr lang="en-GB" sz="4400" i="1" dirty="0" smtClean="0">
                <a:solidFill>
                  <a:schemeClr val="tx1"/>
                </a:solidFill>
              </a:rPr>
              <a:t>ommunication</a:t>
            </a:r>
            <a:r>
              <a:rPr lang="en-GB" dirty="0"/>
              <a:t>	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2E2458-1FD3-45DE-9AAB-DD00CF32D4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Belimo NFC</a:t>
            </a:r>
            <a:endParaRPr lang="en-GB" dirty="0"/>
          </a:p>
        </p:txBody>
      </p:sp>
      <p:pic>
        <p:nvPicPr>
          <p:cNvPr id="5" name="Bildobjekt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18" y="4221088"/>
            <a:ext cx="10395609" cy="160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8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Belimo NFC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latshållare för innehåll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624418" y="1772816"/>
            <a:ext cx="11500247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8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Modbus &amp; Modus Poll</a:t>
            </a:r>
            <a:endParaRPr lang="en-GB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1CA698-E98A-40AC-A385-1C351DAFA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18" y="1124744"/>
            <a:ext cx="5266226" cy="5586286"/>
          </a:xfrm>
          <a:prstGeom prst="rect">
            <a:avLst/>
          </a:prstGeom>
        </p:spPr>
      </p:pic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682" y="4221088"/>
            <a:ext cx="5816899" cy="1524078"/>
          </a:xfrm>
          <a:prstGeom prst="rect">
            <a:avLst/>
          </a:prstGeom>
        </p:spPr>
      </p:pic>
      <p:pic>
        <p:nvPicPr>
          <p:cNvPr id="9" name="Bildobjekt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858" y="1415976"/>
            <a:ext cx="6413726" cy="2089523"/>
          </a:xfrm>
          <a:prstGeom prst="rect">
            <a:avLst/>
          </a:prstGeom>
        </p:spPr>
      </p:pic>
      <p:sp>
        <p:nvSpPr>
          <p:cNvPr id="5" name="textruta 4"/>
          <p:cNvSpPr txBox="1"/>
          <p:nvPr/>
        </p:nvSpPr>
        <p:spPr>
          <a:xfrm>
            <a:off x="3203776" y="5085184"/>
            <a:ext cx="20882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VAV Compact</a:t>
            </a:r>
          </a:p>
          <a:p>
            <a:r>
              <a:rPr lang="en-US" sz="2000" b="1" dirty="0" smtClean="0"/>
              <a:t>LMV-D3-MOD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7980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52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">
  <a:themeElements>
    <a:clrScheme name="Belimo">
      <a:dk1>
        <a:sysClr val="windowText" lastClr="000000"/>
      </a:dk1>
      <a:lt1>
        <a:sysClr val="window" lastClr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äsentation5" id="{C1150CBC-898B-4DFD-9B4B-C768B060C68B}" vid="{9AB2C6A1-39E4-4C5A-84FA-780455A63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EB6157F-8DFC-4D1F-88B0-AD9F9CB5C836}"/>
</file>

<file path=customXml/itemProps2.xml><?xml version="1.0" encoding="utf-8"?>
<ds:datastoreItem xmlns:ds="http://schemas.openxmlformats.org/officeDocument/2006/customXml" ds:itemID="{38EB17C3-78AC-482F-9DF7-7DB65E7756DC}"/>
</file>

<file path=customXml/itemProps3.xml><?xml version="1.0" encoding="utf-8"?>
<ds:datastoreItem xmlns:ds="http://schemas.openxmlformats.org/officeDocument/2006/customXml" ds:itemID="{70E1CA33-7F39-47D5-8C83-231DAC2425BD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368</TotalTime>
  <Words>22</Words>
  <Application>Microsoft Office PowerPoint</Application>
  <PresentationFormat>Bredbild</PresentationFormat>
  <Paragraphs>9</Paragraphs>
  <Slides>4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</vt:lpstr>
      <vt:lpstr>Near Field Communication </vt:lpstr>
      <vt:lpstr>Belimo NFC</vt:lpstr>
      <vt:lpstr>Modbus &amp; Modus Poll</vt:lpstr>
      <vt:lpstr>PowerPoint-presentation</vt:lpstr>
    </vt:vector>
  </TitlesOfParts>
  <Company>BELIMO Automation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Abdo Zaki</dc:creator>
  <cp:lastModifiedBy>Abdo Zaki</cp:lastModifiedBy>
  <cp:revision>11</cp:revision>
  <dcterms:created xsi:type="dcterms:W3CDTF">2021-02-17T16:00:36Z</dcterms:created>
  <dcterms:modified xsi:type="dcterms:W3CDTF">2021-02-18T10:01:33Z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Order">
    <vt:r8>3800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