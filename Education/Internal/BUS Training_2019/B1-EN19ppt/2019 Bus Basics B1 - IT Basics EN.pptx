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s/slide5.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26.xml" ContentType="application/vnd.openxmlformats-officedocument.presentationml.slide+xml"/>
  <Override PartName="/ppt/slides/slide36.xml" ContentType="application/vnd.openxmlformats-officedocument.presentationml.slide+xml"/>
  <Override PartName="/ppt/slides/slide25.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35.xml" ContentType="application/vnd.openxmlformats-officedocument.presentationml.slide+xml"/>
  <Override PartName="/ppt/slides/slide37.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27.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32.xml" ContentType="application/vnd.openxmlformats-officedocument.presentationml.slide+xml"/>
  <Override PartName="/ppt/notesSlides/notesSlide26.xml" ContentType="application/vnd.openxmlformats-officedocument.presentationml.notesSlide+xml"/>
  <Override PartName="/ppt/slideMasters/slideMaster1.xml" ContentType="application/vnd.openxmlformats-officedocument.presentationml.slideMaster+xml"/>
  <Override PartName="/ppt/notesSlides/notesSlide29.xml" ContentType="application/vnd.openxmlformats-officedocument.presentationml.notesSlide+xml"/>
  <Override PartName="/ppt/notesSlides/notesSlide28.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23.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24.xml" ContentType="application/vnd.openxmlformats-officedocument.presentationml.notesSlide+xml"/>
  <Override PartName="/ppt/notesSlides/notesSlide11.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notesSlides/notesSlide17.xml" ContentType="application/vnd.openxmlformats-officedocument.presentationml.notesSlide+xml"/>
  <Override PartName="/ppt/notesSlides/notesSlide10.xml" ContentType="application/vnd.openxmlformats-officedocument.presentationml.notesSlide+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2.xml" ContentType="application/vnd.openxmlformats-officedocument.presentationml.notesSlide+xml"/>
  <Override PartName="/ppt/theme/theme3.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Override1.xml" ContentType="application/vnd.openxmlformats-officedocument.themeOverride+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ppt/tags/tag1.xml" ContentType="application/vnd.openxmlformats-officedocument.presentationml.tag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3"/>
  </p:notesMasterIdLst>
  <p:handoutMasterIdLst>
    <p:handoutMasterId r:id="rId44"/>
  </p:handoutMasterIdLst>
  <p:sldIdLst>
    <p:sldId id="301" r:id="rId2"/>
    <p:sldId id="330" r:id="rId3"/>
    <p:sldId id="342" r:id="rId4"/>
    <p:sldId id="343" r:id="rId5"/>
    <p:sldId id="333" r:id="rId6"/>
    <p:sldId id="345" r:id="rId7"/>
    <p:sldId id="346" r:id="rId8"/>
    <p:sldId id="353" r:id="rId9"/>
    <p:sldId id="358" r:id="rId10"/>
    <p:sldId id="366" r:id="rId11"/>
    <p:sldId id="351" r:id="rId12"/>
    <p:sldId id="347" r:id="rId13"/>
    <p:sldId id="331" r:id="rId14"/>
    <p:sldId id="348" r:id="rId15"/>
    <p:sldId id="305" r:id="rId16"/>
    <p:sldId id="306" r:id="rId17"/>
    <p:sldId id="317" r:id="rId18"/>
    <p:sldId id="318" r:id="rId19"/>
    <p:sldId id="308" r:id="rId20"/>
    <p:sldId id="326" r:id="rId21"/>
    <p:sldId id="321" r:id="rId22"/>
    <p:sldId id="364" r:id="rId23"/>
    <p:sldId id="367" r:id="rId24"/>
    <p:sldId id="359" r:id="rId25"/>
    <p:sldId id="357" r:id="rId26"/>
    <p:sldId id="319" r:id="rId27"/>
    <p:sldId id="323" r:id="rId28"/>
    <p:sldId id="320" r:id="rId29"/>
    <p:sldId id="311" r:id="rId30"/>
    <p:sldId id="312" r:id="rId31"/>
    <p:sldId id="322" r:id="rId32"/>
    <p:sldId id="356" r:id="rId33"/>
    <p:sldId id="335" r:id="rId34"/>
    <p:sldId id="341" r:id="rId35"/>
    <p:sldId id="361" r:id="rId36"/>
    <p:sldId id="362" r:id="rId37"/>
    <p:sldId id="365" r:id="rId38"/>
    <p:sldId id="363" r:id="rId39"/>
    <p:sldId id="372" r:id="rId40"/>
    <p:sldId id="370" r:id="rId41"/>
    <p:sldId id="371" r:id="rId42"/>
  </p:sldIdLst>
  <p:sldSz cx="10691813" cy="7559675"/>
  <p:notesSz cx="6732588" cy="9855200"/>
  <p:defaultTextStyle>
    <a:defPPr>
      <a:defRPr lang="de-CH"/>
    </a:defPPr>
    <a:lvl1pPr algn="l" rtl="0" eaLnBrk="0" fontAlgn="base" hangingPunct="0">
      <a:spcBef>
        <a:spcPct val="0"/>
      </a:spcBef>
      <a:spcAft>
        <a:spcPct val="0"/>
      </a:spcAft>
      <a:defRPr sz="2400" kern="1200">
        <a:solidFill>
          <a:schemeClr val="tx1"/>
        </a:solidFill>
        <a:latin typeface="Arial" charset="0"/>
        <a:ea typeface="+mn-ea"/>
        <a:cs typeface="+mn-cs"/>
      </a:defRPr>
    </a:lvl1pPr>
    <a:lvl2pPr marL="457200" algn="l" rtl="0" eaLnBrk="0" fontAlgn="base" hangingPunct="0">
      <a:spcBef>
        <a:spcPct val="0"/>
      </a:spcBef>
      <a:spcAft>
        <a:spcPct val="0"/>
      </a:spcAft>
      <a:defRPr sz="2400" kern="1200">
        <a:solidFill>
          <a:schemeClr val="tx1"/>
        </a:solidFill>
        <a:latin typeface="Arial" charset="0"/>
        <a:ea typeface="+mn-ea"/>
        <a:cs typeface="+mn-cs"/>
      </a:defRPr>
    </a:lvl2pPr>
    <a:lvl3pPr marL="914400" algn="l" rtl="0" eaLnBrk="0" fontAlgn="base" hangingPunct="0">
      <a:spcBef>
        <a:spcPct val="0"/>
      </a:spcBef>
      <a:spcAft>
        <a:spcPct val="0"/>
      </a:spcAft>
      <a:defRPr sz="2400" kern="1200">
        <a:solidFill>
          <a:schemeClr val="tx1"/>
        </a:solidFill>
        <a:latin typeface="Arial" charset="0"/>
        <a:ea typeface="+mn-ea"/>
        <a:cs typeface="+mn-cs"/>
      </a:defRPr>
    </a:lvl3pPr>
    <a:lvl4pPr marL="1371600" algn="l" rtl="0" eaLnBrk="0" fontAlgn="base" hangingPunct="0">
      <a:spcBef>
        <a:spcPct val="0"/>
      </a:spcBef>
      <a:spcAft>
        <a:spcPct val="0"/>
      </a:spcAft>
      <a:defRPr sz="2400" kern="1200">
        <a:solidFill>
          <a:schemeClr val="tx1"/>
        </a:solidFill>
        <a:latin typeface="Arial" charset="0"/>
        <a:ea typeface="+mn-ea"/>
        <a:cs typeface="+mn-cs"/>
      </a:defRPr>
    </a:lvl4pPr>
    <a:lvl5pPr marL="1828800" algn="l" rtl="0" eaLnBrk="0" fontAlgn="base" hangingPunct="0">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381">
          <p15:clr>
            <a:srgbClr val="A4A3A4"/>
          </p15:clr>
        </p15:guide>
        <p15:guide id="2" pos="336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0606"/>
    <a:srgbClr val="437FA3"/>
    <a:srgbClr val="217F68"/>
    <a:srgbClr val="000000"/>
    <a:srgbClr val="F7CBA7"/>
    <a:srgbClr val="7DB9FB"/>
    <a:srgbClr val="55A3F9"/>
    <a:srgbClr val="81BBFB"/>
    <a:srgbClr val="96C7FC"/>
    <a:srgbClr val="9AD9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214" autoAdjust="0"/>
    <p:restoredTop sz="81807" autoAdjust="0"/>
  </p:normalViewPr>
  <p:slideViewPr>
    <p:cSldViewPr snapToObjects="1">
      <p:cViewPr varScale="1">
        <p:scale>
          <a:sx n="54" d="100"/>
          <a:sy n="54" d="100"/>
        </p:scale>
        <p:origin x="1338" y="78"/>
      </p:cViewPr>
      <p:guideLst>
        <p:guide orient="horz" pos="2381"/>
        <p:guide pos="3367"/>
      </p:guideLst>
    </p:cSldViewPr>
  </p:slideViewPr>
  <p:outlineViewPr>
    <p:cViewPr>
      <p:scale>
        <a:sx n="33" d="100"/>
        <a:sy n="33" d="100"/>
      </p:scale>
      <p:origin x="0" y="-499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customXml" Target="../customXml/item3.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33700"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07" tIns="45203" rIns="90407" bIns="45203" numCol="1" anchor="t" anchorCtr="0" compatLnSpc="1">
            <a:prstTxWarp prst="textNoShape">
              <a:avLst/>
            </a:prstTxWarp>
          </a:bodyPr>
          <a:lstStyle>
            <a:lvl1pPr defTabSz="903288">
              <a:defRPr sz="1200"/>
            </a:lvl1pPr>
          </a:lstStyle>
          <a:p>
            <a:endParaRPr lang="de-CH" altLang="de-DE"/>
          </a:p>
        </p:txBody>
      </p:sp>
      <p:sp>
        <p:nvSpPr>
          <p:cNvPr id="7171" name="Rectangle 3"/>
          <p:cNvSpPr>
            <a:spLocks noGrp="1" noChangeArrowheads="1"/>
          </p:cNvSpPr>
          <p:nvPr>
            <p:ph type="dt" sz="quarter" idx="1"/>
          </p:nvPr>
        </p:nvSpPr>
        <p:spPr bwMode="auto">
          <a:xfrm>
            <a:off x="3836988" y="0"/>
            <a:ext cx="2857500"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07" tIns="45203" rIns="90407" bIns="45203" numCol="1" anchor="t" anchorCtr="0" compatLnSpc="1">
            <a:prstTxWarp prst="textNoShape">
              <a:avLst/>
            </a:prstTxWarp>
          </a:bodyPr>
          <a:lstStyle>
            <a:lvl1pPr algn="r" defTabSz="903288">
              <a:defRPr sz="1200"/>
            </a:lvl1pPr>
          </a:lstStyle>
          <a:p>
            <a:endParaRPr lang="de-CH" altLang="de-DE"/>
          </a:p>
        </p:txBody>
      </p:sp>
      <p:sp>
        <p:nvSpPr>
          <p:cNvPr id="7172" name="Rectangle 4"/>
          <p:cNvSpPr>
            <a:spLocks noGrp="1" noChangeArrowheads="1"/>
          </p:cNvSpPr>
          <p:nvPr>
            <p:ph type="ftr" sz="quarter" idx="2"/>
          </p:nvPr>
        </p:nvSpPr>
        <p:spPr bwMode="auto">
          <a:xfrm>
            <a:off x="0" y="9351963"/>
            <a:ext cx="29337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07" tIns="45203" rIns="90407" bIns="45203" numCol="1" anchor="b" anchorCtr="0" compatLnSpc="1">
            <a:prstTxWarp prst="textNoShape">
              <a:avLst/>
            </a:prstTxWarp>
          </a:bodyPr>
          <a:lstStyle>
            <a:lvl1pPr defTabSz="903288">
              <a:defRPr sz="1200"/>
            </a:lvl1pPr>
          </a:lstStyle>
          <a:p>
            <a:endParaRPr lang="de-CH" altLang="de-DE"/>
          </a:p>
        </p:txBody>
      </p:sp>
      <p:sp>
        <p:nvSpPr>
          <p:cNvPr id="7173" name="Rectangle 5"/>
          <p:cNvSpPr>
            <a:spLocks noGrp="1" noChangeArrowheads="1"/>
          </p:cNvSpPr>
          <p:nvPr>
            <p:ph type="sldNum" sz="quarter" idx="3"/>
          </p:nvPr>
        </p:nvSpPr>
        <p:spPr bwMode="auto">
          <a:xfrm>
            <a:off x="3836988" y="9351963"/>
            <a:ext cx="28575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07" tIns="45203" rIns="90407" bIns="45203" numCol="1" anchor="b" anchorCtr="0" compatLnSpc="1">
            <a:prstTxWarp prst="textNoShape">
              <a:avLst/>
            </a:prstTxWarp>
          </a:bodyPr>
          <a:lstStyle>
            <a:lvl1pPr algn="r" defTabSz="903288">
              <a:defRPr sz="1200"/>
            </a:lvl1pPr>
          </a:lstStyle>
          <a:p>
            <a:fld id="{FD998065-DC7D-437A-A83A-7E3999E28FEB}" type="slidenum">
              <a:rPr lang="de-CH" altLang="de-DE"/>
              <a:pPr/>
              <a:t>‹Nr.›</a:t>
            </a:fld>
            <a:endParaRPr lang="de-CH" altLang="de-DE"/>
          </a:p>
        </p:txBody>
      </p:sp>
    </p:spTree>
    <p:extLst>
      <p:ext uri="{BB962C8B-B14F-4D97-AF65-F5344CB8AC3E}">
        <p14:creationId xmlns:p14="http://schemas.microsoft.com/office/powerpoint/2010/main" val="38046717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33700"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07" tIns="45203" rIns="90407" bIns="45203" numCol="1" anchor="t" anchorCtr="0" compatLnSpc="1">
            <a:prstTxWarp prst="textNoShape">
              <a:avLst/>
            </a:prstTxWarp>
          </a:bodyPr>
          <a:lstStyle>
            <a:lvl1pPr defTabSz="903288">
              <a:defRPr sz="1200"/>
            </a:lvl1pPr>
          </a:lstStyle>
          <a:p>
            <a:endParaRPr lang="de-CH" altLang="de-DE"/>
          </a:p>
        </p:txBody>
      </p:sp>
      <p:sp>
        <p:nvSpPr>
          <p:cNvPr id="4099" name="Rectangle 3"/>
          <p:cNvSpPr>
            <a:spLocks noGrp="1" noChangeArrowheads="1"/>
          </p:cNvSpPr>
          <p:nvPr>
            <p:ph type="dt" idx="1"/>
          </p:nvPr>
        </p:nvSpPr>
        <p:spPr bwMode="auto">
          <a:xfrm>
            <a:off x="3836988" y="0"/>
            <a:ext cx="2857500"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07" tIns="45203" rIns="90407" bIns="45203" numCol="1" anchor="t" anchorCtr="0" compatLnSpc="1">
            <a:prstTxWarp prst="textNoShape">
              <a:avLst/>
            </a:prstTxWarp>
          </a:bodyPr>
          <a:lstStyle>
            <a:lvl1pPr algn="r" defTabSz="903288">
              <a:defRPr sz="1200"/>
            </a:lvl1pPr>
          </a:lstStyle>
          <a:p>
            <a:endParaRPr lang="de-CH" altLang="de-DE"/>
          </a:p>
        </p:txBody>
      </p:sp>
      <p:sp>
        <p:nvSpPr>
          <p:cNvPr id="4100" name="Rectangle 4"/>
          <p:cNvSpPr>
            <a:spLocks noGrp="1" noRot="1" noChangeAspect="1" noChangeArrowheads="1" noTextEdit="1"/>
          </p:cNvSpPr>
          <p:nvPr>
            <p:ph type="sldImg" idx="2"/>
          </p:nvPr>
        </p:nvSpPr>
        <p:spPr bwMode="auto">
          <a:xfrm>
            <a:off x="771525" y="754063"/>
            <a:ext cx="5227638" cy="36957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903288" y="4676775"/>
            <a:ext cx="4964112" cy="444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07" tIns="45203" rIns="90407" bIns="45203" numCol="1" anchor="t" anchorCtr="0" compatLnSpc="1">
            <a:prstTxWarp prst="textNoShape">
              <a:avLst/>
            </a:prstTxWarp>
          </a:bodyPr>
          <a:lstStyle/>
          <a:p>
            <a:pPr lvl="0"/>
            <a:r>
              <a:rPr lang="de-CH" altLang="de-DE" smtClean="0"/>
              <a:t>Klicken Sie, um die Formate des Vorlagentextes zu bearbeiten</a:t>
            </a:r>
          </a:p>
          <a:p>
            <a:pPr lvl="1"/>
            <a:r>
              <a:rPr lang="de-CH" altLang="de-DE" smtClean="0"/>
              <a:t>Zweite Ebene</a:t>
            </a:r>
          </a:p>
          <a:p>
            <a:pPr lvl="2"/>
            <a:r>
              <a:rPr lang="de-CH" altLang="de-DE" smtClean="0"/>
              <a:t>Dritte Ebene</a:t>
            </a:r>
          </a:p>
          <a:p>
            <a:pPr lvl="3"/>
            <a:r>
              <a:rPr lang="de-CH" altLang="de-DE" smtClean="0"/>
              <a:t>Vierte Ebene</a:t>
            </a:r>
          </a:p>
          <a:p>
            <a:pPr lvl="4"/>
            <a:r>
              <a:rPr lang="de-CH" altLang="de-DE" smtClean="0"/>
              <a:t>Fünfte Ebene</a:t>
            </a:r>
          </a:p>
        </p:txBody>
      </p:sp>
      <p:sp>
        <p:nvSpPr>
          <p:cNvPr id="4102" name="Rectangle 6"/>
          <p:cNvSpPr>
            <a:spLocks noGrp="1" noChangeArrowheads="1"/>
          </p:cNvSpPr>
          <p:nvPr>
            <p:ph type="ftr" sz="quarter" idx="4"/>
          </p:nvPr>
        </p:nvSpPr>
        <p:spPr bwMode="auto">
          <a:xfrm>
            <a:off x="0" y="9351963"/>
            <a:ext cx="29337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07" tIns="45203" rIns="90407" bIns="45203" numCol="1" anchor="b" anchorCtr="0" compatLnSpc="1">
            <a:prstTxWarp prst="textNoShape">
              <a:avLst/>
            </a:prstTxWarp>
          </a:bodyPr>
          <a:lstStyle>
            <a:lvl1pPr defTabSz="903288">
              <a:defRPr sz="1200"/>
            </a:lvl1pPr>
          </a:lstStyle>
          <a:p>
            <a:endParaRPr lang="de-CH" altLang="de-DE"/>
          </a:p>
        </p:txBody>
      </p:sp>
      <p:sp>
        <p:nvSpPr>
          <p:cNvPr id="4103" name="Rectangle 7"/>
          <p:cNvSpPr>
            <a:spLocks noGrp="1" noChangeArrowheads="1"/>
          </p:cNvSpPr>
          <p:nvPr>
            <p:ph type="sldNum" sz="quarter" idx="5"/>
          </p:nvPr>
        </p:nvSpPr>
        <p:spPr bwMode="auto">
          <a:xfrm>
            <a:off x="3836988" y="9351963"/>
            <a:ext cx="2857500"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07" tIns="45203" rIns="90407" bIns="45203" numCol="1" anchor="b" anchorCtr="0" compatLnSpc="1">
            <a:prstTxWarp prst="textNoShape">
              <a:avLst/>
            </a:prstTxWarp>
          </a:bodyPr>
          <a:lstStyle>
            <a:lvl1pPr algn="r" defTabSz="903288">
              <a:defRPr sz="1200"/>
            </a:lvl1pPr>
          </a:lstStyle>
          <a:p>
            <a:fld id="{53D469F6-E116-410D-B02D-D5965FD57765}" type="slidenum">
              <a:rPr lang="de-CH" altLang="de-DE"/>
              <a:pPr/>
              <a:t>‹Nr.›</a:t>
            </a:fld>
            <a:endParaRPr lang="de-CH" altLang="de-DE"/>
          </a:p>
        </p:txBody>
      </p:sp>
    </p:spTree>
    <p:extLst>
      <p:ext uri="{BB962C8B-B14F-4D97-AF65-F5344CB8AC3E}">
        <p14:creationId xmlns:p14="http://schemas.microsoft.com/office/powerpoint/2010/main" val="193752243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kern="1200" dirty="0" smtClean="0">
                <a:solidFill>
                  <a:schemeClr val="tx1"/>
                </a:solidFill>
                <a:effectLst/>
                <a:latin typeface="Arial" charset="0"/>
                <a:ea typeface="+mn-ea"/>
                <a:cs typeface="+mn-cs"/>
              </a:rPr>
              <a:t>Networks exist in all sorts of sizes. They range from simple networks consisting of two computers to networks consisting of millions of </a:t>
            </a:r>
            <a:r>
              <a:rPr lang="en-US" sz="1200" kern="1200" dirty="0" err="1" smtClean="0">
                <a:solidFill>
                  <a:schemeClr val="tx1"/>
                </a:solidFill>
                <a:effectLst/>
                <a:latin typeface="Arial" charset="0"/>
                <a:ea typeface="+mn-ea"/>
                <a:cs typeface="+mn-cs"/>
              </a:rPr>
              <a:t>devices.Simple</a:t>
            </a:r>
            <a:r>
              <a:rPr lang="en-US" sz="1200" kern="1200" dirty="0" smtClean="0">
                <a:solidFill>
                  <a:schemeClr val="tx1"/>
                </a:solidFill>
                <a:effectLst/>
                <a:latin typeface="Arial" charset="0"/>
                <a:ea typeface="+mn-ea"/>
                <a:cs typeface="+mn-cs"/>
              </a:rPr>
              <a:t> home networks allow resources such as printers, documents, pictures, and music to be shared between multiple local </a:t>
            </a:r>
            <a:r>
              <a:rPr lang="en-US" sz="1200" kern="1200" dirty="0" err="1" smtClean="0">
                <a:solidFill>
                  <a:schemeClr val="tx1"/>
                </a:solidFill>
                <a:effectLst/>
                <a:latin typeface="Arial" charset="0"/>
                <a:ea typeface="+mn-ea"/>
                <a:cs typeface="+mn-cs"/>
              </a:rPr>
              <a:t>computers.In</a:t>
            </a:r>
            <a:r>
              <a:rPr lang="en-US" sz="1200" kern="1200" dirty="0" smtClean="0">
                <a:solidFill>
                  <a:schemeClr val="tx1"/>
                </a:solidFill>
                <a:effectLst/>
                <a:latin typeface="Arial" charset="0"/>
                <a:ea typeface="+mn-ea"/>
                <a:cs typeface="+mn-cs"/>
              </a:rPr>
              <a:t> companies and large organizations, on the other hand, networks can be used to an even greater extent to enable consolidation, storage and access to/from information through a server in the network. Networks also enable fast communication, such as e-mail or chat, and generally collaboration among employees. In addition to the internal advantages, many companies use their networks to offer their customers products and services via the </a:t>
            </a:r>
            <a:r>
              <a:rPr lang="en-US" sz="1200" kern="1200" dirty="0" err="1" smtClean="0">
                <a:solidFill>
                  <a:schemeClr val="tx1"/>
                </a:solidFill>
                <a:effectLst/>
                <a:latin typeface="Arial" charset="0"/>
                <a:ea typeface="+mn-ea"/>
                <a:cs typeface="+mn-cs"/>
              </a:rPr>
              <a:t>Internet.The</a:t>
            </a:r>
            <a:r>
              <a:rPr lang="en-US" sz="1200" kern="1200" dirty="0" smtClean="0">
                <a:solidFill>
                  <a:schemeClr val="tx1"/>
                </a:solidFill>
                <a:effectLst/>
                <a:latin typeface="Arial" charset="0"/>
                <a:ea typeface="+mn-ea"/>
                <a:cs typeface="+mn-cs"/>
              </a:rPr>
              <a:t> Internet is the largest existing network. In fact, the term "Internet" stands for a "network of networks". The Internet is literally a collection of interconnected private and public </a:t>
            </a:r>
            <a:r>
              <a:rPr lang="en-US" sz="1200" kern="1200" dirty="0" err="1" smtClean="0">
                <a:solidFill>
                  <a:schemeClr val="tx1"/>
                </a:solidFill>
                <a:effectLst/>
                <a:latin typeface="Arial" charset="0"/>
                <a:ea typeface="+mn-ea"/>
                <a:cs typeface="+mn-cs"/>
              </a:rPr>
              <a:t>networks.The</a:t>
            </a:r>
            <a:r>
              <a:rPr lang="en-US" sz="1200" kern="1200" dirty="0" smtClean="0">
                <a:solidFill>
                  <a:schemeClr val="tx1"/>
                </a:solidFill>
                <a:effectLst/>
                <a:latin typeface="Arial" charset="0"/>
                <a:ea typeface="+mn-ea"/>
                <a:cs typeface="+mn-cs"/>
              </a:rPr>
              <a:t> figure above shows a company on the left that has several servers and computers. On the right side you can see a home network as probably almost everyone has at home nowadays. In the following, the network infrastructures, the individual devices and their functions are described in more detail.</a:t>
            </a:r>
            <a:endParaRPr lang="en-US" dirty="0"/>
          </a:p>
        </p:txBody>
      </p:sp>
      <p:sp>
        <p:nvSpPr>
          <p:cNvPr id="4" name="Foliennummernplatzhalter 3"/>
          <p:cNvSpPr>
            <a:spLocks noGrp="1"/>
          </p:cNvSpPr>
          <p:nvPr>
            <p:ph type="sldNum" sz="quarter" idx="10"/>
          </p:nvPr>
        </p:nvSpPr>
        <p:spPr/>
        <p:txBody>
          <a:bodyPr/>
          <a:lstStyle/>
          <a:p>
            <a:fld id="{53D469F6-E116-410D-B02D-D5965FD57765}" type="slidenum">
              <a:rPr lang="de-CH" altLang="de-DE" smtClean="0"/>
              <a:pPr/>
              <a:t>3</a:t>
            </a:fld>
            <a:endParaRPr lang="de-CH" altLang="de-DE"/>
          </a:p>
        </p:txBody>
      </p:sp>
    </p:spTree>
    <p:extLst>
      <p:ext uri="{BB962C8B-B14F-4D97-AF65-F5344CB8AC3E}">
        <p14:creationId xmlns:p14="http://schemas.microsoft.com/office/powerpoint/2010/main" val="93081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kern="1200" dirty="0" smtClean="0">
                <a:solidFill>
                  <a:schemeClr val="tx1"/>
                </a:solidFill>
                <a:effectLst/>
                <a:latin typeface="Arial" charset="0"/>
                <a:ea typeface="+mn-ea"/>
                <a:cs typeface="+mn-cs"/>
              </a:rPr>
              <a:t>The basis for effective communication between two or more computers is a functioning network infrastructure. Networks are often differentiated by their spatial </a:t>
            </a:r>
            <a:r>
              <a:rPr lang="en-US" sz="1200" kern="1200" dirty="0" err="1" smtClean="0">
                <a:solidFill>
                  <a:schemeClr val="tx1"/>
                </a:solidFill>
                <a:effectLst/>
                <a:latin typeface="Arial" charset="0"/>
                <a:ea typeface="+mn-ea"/>
                <a:cs typeface="+mn-cs"/>
              </a:rPr>
              <a:t>extent.LAN:A</a:t>
            </a:r>
            <a:r>
              <a:rPr lang="en-US" sz="1200" kern="1200" dirty="0" smtClean="0">
                <a:solidFill>
                  <a:schemeClr val="tx1"/>
                </a:solidFill>
                <a:effectLst/>
                <a:latin typeface="Arial" charset="0"/>
                <a:ea typeface="+mn-ea"/>
                <a:cs typeface="+mn-cs"/>
              </a:rPr>
              <a:t> Local Area Network (LAN) is a network infrastructure that makes it possible to access data and terminals over short distances. As a rule, a home network or part of the corporate network is referred to as a LAN. A LAN is often managed by the owner of the house or apartment or by the IT department of the company itself. Certain companies that do not have their own IT department have their LAN or their entire network managed by an IT service </a:t>
            </a:r>
            <a:r>
              <a:rPr lang="en-US" sz="1200" kern="1200" dirty="0" err="1" smtClean="0">
                <a:solidFill>
                  <a:schemeClr val="tx1"/>
                </a:solidFill>
                <a:effectLst/>
                <a:latin typeface="Arial" charset="0"/>
                <a:ea typeface="+mn-ea"/>
                <a:cs typeface="+mn-cs"/>
              </a:rPr>
              <a:t>company.WAN:A</a:t>
            </a:r>
            <a:r>
              <a:rPr lang="en-US" sz="1200" kern="1200" dirty="0" smtClean="0">
                <a:solidFill>
                  <a:schemeClr val="tx1"/>
                </a:solidFill>
                <a:effectLst/>
                <a:latin typeface="Arial" charset="0"/>
                <a:ea typeface="+mn-ea"/>
                <a:cs typeface="+mn-cs"/>
              </a:rPr>
              <a:t> Wide Area Network (WAN) is a network infrastructure that, for example, enables a user to access systems across LANs. It is important to understand that a WAN is the higher-level network that connects multiple LANs. A WAN often extends over long distances or even entire continents. Since many companies do not have the size or the financial means to operate such a large network themselves, they often purchase their WAN as a service from a service provider that already operates an entire network infrastructure of this size. Usually, a WAN is configured in such a way that only companies with their own employees and systems can transmit data over this network.</a:t>
            </a:r>
            <a:endParaRPr lang="en-US" dirty="0"/>
          </a:p>
        </p:txBody>
      </p:sp>
      <p:sp>
        <p:nvSpPr>
          <p:cNvPr id="4" name="Foliennummernplatzhalter 3"/>
          <p:cNvSpPr>
            <a:spLocks noGrp="1"/>
          </p:cNvSpPr>
          <p:nvPr>
            <p:ph type="sldNum" sz="quarter" idx="10"/>
          </p:nvPr>
        </p:nvSpPr>
        <p:spPr/>
        <p:txBody>
          <a:bodyPr/>
          <a:lstStyle/>
          <a:p>
            <a:fld id="{53D469F6-E116-410D-B02D-D5965FD57765}" type="slidenum">
              <a:rPr lang="de-CH" altLang="de-DE" smtClean="0"/>
              <a:pPr/>
              <a:t>4</a:t>
            </a:fld>
            <a:endParaRPr lang="de-CH" altLang="de-DE"/>
          </a:p>
        </p:txBody>
      </p:sp>
    </p:spTree>
    <p:extLst>
      <p:ext uri="{BB962C8B-B14F-4D97-AF65-F5344CB8AC3E}">
        <p14:creationId xmlns:p14="http://schemas.microsoft.com/office/powerpoint/2010/main" val="24825017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A network address is an identifier for a device in a network. Network addresses serve as unique identifiers throughout the network, although some networks allow local, private, or even locally managed addresses that may not be unique. Each network device has two different types of addresses. One is the physical address, which is also known as the MAC address, and the other is the logical address, which in most cases is the IP address.</a:t>
            </a:r>
            <a:endParaRPr lang="en-US" dirty="0"/>
          </a:p>
        </p:txBody>
      </p:sp>
      <p:sp>
        <p:nvSpPr>
          <p:cNvPr id="4" name="Foliennummernplatzhalter 3"/>
          <p:cNvSpPr>
            <a:spLocks noGrp="1"/>
          </p:cNvSpPr>
          <p:nvPr>
            <p:ph type="sldNum" sz="quarter" idx="10"/>
          </p:nvPr>
        </p:nvSpPr>
        <p:spPr/>
        <p:txBody>
          <a:bodyPr/>
          <a:lstStyle/>
          <a:p>
            <a:fld id="{53D469F6-E116-410D-B02D-D5965FD57765}" type="slidenum">
              <a:rPr lang="de-CH" altLang="de-DE" smtClean="0"/>
              <a:pPr/>
              <a:t>5</a:t>
            </a:fld>
            <a:endParaRPr lang="de-CH" altLang="de-DE"/>
          </a:p>
        </p:txBody>
      </p:sp>
    </p:spTree>
    <p:extLst>
      <p:ext uri="{BB962C8B-B14F-4D97-AF65-F5344CB8AC3E}">
        <p14:creationId xmlns:p14="http://schemas.microsoft.com/office/powerpoint/2010/main" val="4178975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kern="1200" dirty="0" smtClean="0">
                <a:solidFill>
                  <a:schemeClr val="tx1"/>
                </a:solidFill>
                <a:effectLst/>
                <a:latin typeface="Arial" charset="0"/>
                <a:ea typeface="+mn-ea"/>
                <a:cs typeface="+mn-cs"/>
              </a:rPr>
              <a:t>In order to be able to identify a computer uniquely, there is the so-called MAC address. MAC addresses are assigned by the manufacturer of an Ethernet network card or an Ethernet-capable device. The address of each interface is theoretically unique worldwide, like a kind of fixed serial number. MAC addresses are 48 bits (6 bytes) long. This makes a total of 248 addresses possible. To make the representation compact and easy to read, MAC addresses are normally written in hexadecimal notation and the individual bytes are separated from each other by hyphens or colons. An example of this notation is: 00-16-21-25-AF-D7. The MAC address can also provide information about the manufacturer of a hardware, since each manufacturer is assigned specific MAC addresses. For example, the initial digit sequence "00-07-E9" stands for Intel, "00-60-2F" for Cisco and "00-15-F2" for Asus. Each MAC address should be permanently assigned to a network device and be unique. However, it is usually also possible to change MAC addresses by software.</a:t>
            </a:r>
          </a:p>
          <a:p>
            <a:r>
              <a:rPr lang="en-US" sz="1200" kern="1200" dirty="0" smtClean="0">
                <a:solidFill>
                  <a:schemeClr val="tx1"/>
                </a:solidFill>
                <a:effectLst/>
                <a:latin typeface="Arial" charset="0"/>
                <a:ea typeface="+mn-ea"/>
                <a:cs typeface="+mn-cs"/>
              </a:rPr>
              <a:t>The MAC address works on the Data Link Layer of the OSI model. The MAC address is linked to an IP address on the network layer. With the Address Resolution Protocol (ARP), the MAC address belonging to an IP address can be found out. The searching computer sends an ARP request to its network, in which it asks what the MAC address of the computer with a certain IP address is. If the computer with the correct IP address receives this ARP request, it answers the other computer with its MAC address. </a:t>
            </a:r>
            <a:endParaRPr lang="en-US" dirty="0"/>
          </a:p>
        </p:txBody>
      </p:sp>
      <p:sp>
        <p:nvSpPr>
          <p:cNvPr id="4" name="Foliennummernplatzhalter 3"/>
          <p:cNvSpPr>
            <a:spLocks noGrp="1"/>
          </p:cNvSpPr>
          <p:nvPr>
            <p:ph type="sldNum" sz="quarter" idx="10"/>
          </p:nvPr>
        </p:nvSpPr>
        <p:spPr/>
        <p:txBody>
          <a:bodyPr/>
          <a:lstStyle/>
          <a:p>
            <a:fld id="{53D469F6-E116-410D-B02D-D5965FD57765}" type="slidenum">
              <a:rPr lang="de-CH" altLang="de-DE" smtClean="0"/>
              <a:pPr/>
              <a:t>6</a:t>
            </a:fld>
            <a:endParaRPr lang="de-CH" altLang="de-DE"/>
          </a:p>
        </p:txBody>
      </p:sp>
    </p:spTree>
    <p:extLst>
      <p:ext uri="{BB962C8B-B14F-4D97-AF65-F5344CB8AC3E}">
        <p14:creationId xmlns:p14="http://schemas.microsoft.com/office/powerpoint/2010/main" val="421935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kern="1200" dirty="0" smtClean="0">
                <a:solidFill>
                  <a:schemeClr val="tx1"/>
                </a:solidFill>
                <a:effectLst/>
                <a:latin typeface="Arial" charset="0"/>
                <a:ea typeface="+mn-ea"/>
                <a:cs typeface="+mn-cs"/>
              </a:rPr>
              <a:t>The commonly used version of the Internet Protocol (IP) is version 4 (IPv4), which has not changed significantly since its release in 1981. IPv4 is robust, easy to implement and interoperable. IPv4 addresses are 32 bits (4 bytes) long, so a total of 232 addresses are possible. The representation in the so-called dotted decimal notation is common, such as: 192.168.1.100</a:t>
            </a:r>
          </a:p>
          <a:p>
            <a:r>
              <a:rPr lang="en-US" sz="1200" kern="1200" dirty="0" smtClean="0">
                <a:solidFill>
                  <a:schemeClr val="tx1"/>
                </a:solidFill>
                <a:effectLst/>
                <a:latin typeface="Arial" charset="0"/>
                <a:ea typeface="+mn-ea"/>
                <a:cs typeface="+mn-cs"/>
              </a:rPr>
              <a:t>An IP address is a unique numeric value used to temporarily identify a computer on a network. If the computer leaves this network and, for example, is connected to another network, the old IP address is released for the next computer and an IP address is assigned to the IP range of the new network instead. This is necessary because the computer with an old IP address from another IP range in the new network could not communicate with the other computers. There are two types of IP addresses: public (also known as globally unique IP addresses) and private.</a:t>
            </a:r>
          </a:p>
          <a:p>
            <a:r>
              <a:rPr lang="en-US" sz="1200" kern="1200" dirty="0" smtClean="0">
                <a:solidFill>
                  <a:schemeClr val="tx1"/>
                </a:solidFill>
                <a:effectLst/>
                <a:latin typeface="Arial" charset="0"/>
                <a:ea typeface="+mn-ea"/>
                <a:cs typeface="+mn-cs"/>
              </a:rPr>
              <a:t>The public IP addresses are used exclusively on the Internet and administered by the IANA (Internet Assigned Numbers Authority) or the administration for Europe is delegated to RIPE (</a:t>
            </a:r>
            <a:r>
              <a:rPr lang="en-US" sz="1200" kern="1200" dirty="0" err="1" smtClean="0">
                <a:solidFill>
                  <a:schemeClr val="tx1"/>
                </a:solidFill>
                <a:effectLst/>
                <a:latin typeface="Arial" charset="0"/>
                <a:ea typeface="+mn-ea"/>
                <a:cs typeface="+mn-cs"/>
              </a:rPr>
              <a:t>Réseaux</a:t>
            </a:r>
            <a:r>
              <a:rPr lang="en-US" sz="1200" kern="1200" dirty="0" smtClean="0">
                <a:solidFill>
                  <a:schemeClr val="tx1"/>
                </a:solidFill>
                <a:effectLst/>
                <a:latin typeface="Arial" charset="0"/>
                <a:ea typeface="+mn-ea"/>
                <a:cs typeface="+mn-cs"/>
              </a:rPr>
              <a:t> IP </a:t>
            </a:r>
            <a:r>
              <a:rPr lang="en-US" sz="1200" kern="1200" dirty="0" err="1" smtClean="0">
                <a:solidFill>
                  <a:schemeClr val="tx1"/>
                </a:solidFill>
                <a:effectLst/>
                <a:latin typeface="Arial" charset="0"/>
                <a:ea typeface="+mn-ea"/>
                <a:cs typeface="+mn-cs"/>
              </a:rPr>
              <a:t>Européens</a:t>
            </a:r>
            <a:r>
              <a:rPr lang="en-US" sz="1200" kern="1200" dirty="0" smtClean="0">
                <a:solidFill>
                  <a:schemeClr val="tx1"/>
                </a:solidFill>
                <a:effectLst/>
                <a:latin typeface="Arial" charset="0"/>
                <a:ea typeface="+mn-ea"/>
                <a:cs typeface="+mn-cs"/>
              </a:rPr>
              <a:t>). The addresses are guaranteed to be unique worldwide and accessible on the Internet. This ensures that several computers do not have the same IP address. An Internet Service Provider (ISP), such as Verizon, receives a range of public IP addresses from IANA. The ISP then assigns the addresses to the customer, which it should use when connecting to the Internet via the ISP.</a:t>
            </a:r>
          </a:p>
          <a:p>
            <a:r>
              <a:rPr lang="en-US" sz="1200" kern="1200" dirty="0" smtClean="0">
                <a:solidFill>
                  <a:schemeClr val="tx1"/>
                </a:solidFill>
                <a:effectLst/>
                <a:latin typeface="Arial" charset="0"/>
                <a:ea typeface="+mn-ea"/>
                <a:cs typeface="+mn-cs"/>
              </a:rPr>
              <a:t>The private IP addresses are reserved for the intranet or local network. Its operator (e.g. the IT department of the company) is itself responsible for the address administration. </a:t>
            </a:r>
            <a:endParaRPr lang="en-US" dirty="0"/>
          </a:p>
        </p:txBody>
      </p:sp>
      <p:sp>
        <p:nvSpPr>
          <p:cNvPr id="4" name="Foliennummernplatzhalter 3"/>
          <p:cNvSpPr>
            <a:spLocks noGrp="1"/>
          </p:cNvSpPr>
          <p:nvPr>
            <p:ph type="sldNum" sz="quarter" idx="10"/>
          </p:nvPr>
        </p:nvSpPr>
        <p:spPr/>
        <p:txBody>
          <a:bodyPr/>
          <a:lstStyle/>
          <a:p>
            <a:fld id="{53D469F6-E116-410D-B02D-D5965FD57765}" type="slidenum">
              <a:rPr lang="de-CH" altLang="de-DE" smtClean="0"/>
              <a:pPr/>
              <a:t>7</a:t>
            </a:fld>
            <a:endParaRPr lang="de-CH" altLang="de-DE"/>
          </a:p>
        </p:txBody>
      </p:sp>
    </p:spTree>
    <p:extLst>
      <p:ext uri="{BB962C8B-B14F-4D97-AF65-F5344CB8AC3E}">
        <p14:creationId xmlns:p14="http://schemas.microsoft.com/office/powerpoint/2010/main" val="3989587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b="0" i="0" kern="1200" dirty="0" smtClean="0">
                <a:solidFill>
                  <a:schemeClr val="tx1"/>
                </a:solidFill>
                <a:effectLst/>
                <a:latin typeface="Arial" charset="0"/>
                <a:ea typeface="+mn-ea"/>
                <a:cs typeface="+mn-cs"/>
              </a:rPr>
              <a:t>IP addresses consist of 4 number blocks, e.g. 192.168.178.1 (decimal notation). Each number block can be within the range 0 to 255. An IP address such as 192.168.178.469 therefore does not exist, because the numeric keypad 469 would be outside this range. The reason for this is that with IP addressing in the IPv4 version, each numeric keypad occupies 8 bits. 8 bits are 1 byte and therefore 256 different numbers can be represented. Since the 0 is counted, the allowed range is from 0 to 255.</a:t>
            </a:r>
            <a:endParaRPr lang="en-US" dirty="0"/>
          </a:p>
        </p:txBody>
      </p:sp>
      <p:sp>
        <p:nvSpPr>
          <p:cNvPr id="4" name="Foliennummernplatzhalter 3"/>
          <p:cNvSpPr>
            <a:spLocks noGrp="1"/>
          </p:cNvSpPr>
          <p:nvPr>
            <p:ph type="sldNum" sz="quarter" idx="10"/>
          </p:nvPr>
        </p:nvSpPr>
        <p:spPr/>
        <p:txBody>
          <a:bodyPr/>
          <a:lstStyle/>
          <a:p>
            <a:fld id="{53D469F6-E116-410D-B02D-D5965FD57765}" type="slidenum">
              <a:rPr lang="de-CH" altLang="de-DE" smtClean="0"/>
              <a:pPr/>
              <a:t>8</a:t>
            </a:fld>
            <a:endParaRPr lang="de-CH" altLang="de-DE"/>
          </a:p>
        </p:txBody>
      </p:sp>
    </p:spTree>
    <p:extLst>
      <p:ext uri="{BB962C8B-B14F-4D97-AF65-F5344CB8AC3E}">
        <p14:creationId xmlns:p14="http://schemas.microsoft.com/office/powerpoint/2010/main" val="39307147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53D469F6-E116-410D-B02D-D5965FD57765}" type="slidenum">
              <a:rPr lang="de-CH" altLang="de-DE" smtClean="0"/>
              <a:pPr/>
              <a:t>9</a:t>
            </a:fld>
            <a:endParaRPr lang="de-CH" altLang="de-DE"/>
          </a:p>
        </p:txBody>
      </p:sp>
    </p:spTree>
    <p:extLst>
      <p:ext uri="{BB962C8B-B14F-4D97-AF65-F5344CB8AC3E}">
        <p14:creationId xmlns:p14="http://schemas.microsoft.com/office/powerpoint/2010/main" val="3915880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53D469F6-E116-410D-B02D-D5965FD57765}" type="slidenum">
              <a:rPr lang="de-CH" altLang="de-DE" smtClean="0"/>
              <a:pPr/>
              <a:t>10</a:t>
            </a:fld>
            <a:endParaRPr lang="de-CH" altLang="de-DE"/>
          </a:p>
        </p:txBody>
      </p:sp>
    </p:spTree>
    <p:extLst>
      <p:ext uri="{BB962C8B-B14F-4D97-AF65-F5344CB8AC3E}">
        <p14:creationId xmlns:p14="http://schemas.microsoft.com/office/powerpoint/2010/main" val="31797087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b="1" i="0" kern="1200" dirty="0" smtClean="0">
                <a:solidFill>
                  <a:schemeClr val="tx1"/>
                </a:solidFill>
                <a:effectLst/>
                <a:latin typeface="Arial" charset="0"/>
                <a:ea typeface="+mn-ea"/>
                <a:cs typeface="+mn-cs"/>
              </a:rPr>
              <a:t>System Ports</a:t>
            </a:r>
          </a:p>
          <a:p>
            <a:r>
              <a:rPr lang="en-US" sz="1200" b="0" i="0" kern="1200" dirty="0" smtClean="0">
                <a:solidFill>
                  <a:schemeClr val="tx1"/>
                </a:solidFill>
                <a:effectLst/>
                <a:latin typeface="Arial" charset="0"/>
                <a:ea typeface="+mn-ea"/>
                <a:cs typeface="+mn-cs"/>
              </a:rPr>
              <a:t>Ports 0 to 1023</a:t>
            </a:r>
          </a:p>
          <a:p>
            <a:r>
              <a:rPr lang="en-US" sz="1200" b="0" i="0" kern="1200" dirty="0" smtClean="0">
                <a:solidFill>
                  <a:schemeClr val="tx1"/>
                </a:solidFill>
                <a:effectLst/>
                <a:latin typeface="Arial" charset="0"/>
                <a:ea typeface="+mn-ea"/>
                <a:cs typeface="+mn-cs"/>
              </a:rPr>
              <a:t>These ports are also called known ports and are reserved for services if they have not already been assigned as "reserved ports" of the IANA itself (e.g. for future extensions), which applies especially to the interval limits (e.g.: 0, 1023, 1024), which are therefore not available for use by servers. New assignments are only made with the participation of the Internet Engineering Task Force (IETF).</a:t>
            </a:r>
          </a:p>
          <a:p>
            <a:endParaRPr lang="en-US" sz="1200" b="1" i="0" kern="1200" dirty="0" smtClean="0">
              <a:solidFill>
                <a:schemeClr val="tx1"/>
              </a:solidFill>
              <a:effectLst/>
              <a:latin typeface="Arial" charset="0"/>
              <a:ea typeface="+mn-ea"/>
              <a:cs typeface="+mn-cs"/>
            </a:endParaRPr>
          </a:p>
          <a:p>
            <a:r>
              <a:rPr lang="en-US" sz="1200" b="1" i="0" kern="1200" dirty="0" smtClean="0">
                <a:solidFill>
                  <a:schemeClr val="tx1"/>
                </a:solidFill>
                <a:effectLst/>
                <a:latin typeface="Arial" charset="0"/>
                <a:ea typeface="+mn-ea"/>
                <a:cs typeface="+mn-cs"/>
              </a:rPr>
              <a:t>User Ports</a:t>
            </a:r>
          </a:p>
          <a:p>
            <a:r>
              <a:rPr lang="en-US" sz="1200" b="0" i="0" kern="1200" dirty="0" smtClean="0">
                <a:solidFill>
                  <a:schemeClr val="tx1"/>
                </a:solidFill>
                <a:effectLst/>
                <a:latin typeface="Arial" charset="0"/>
                <a:ea typeface="+mn-ea"/>
                <a:cs typeface="+mn-cs"/>
              </a:rPr>
              <a:t>Ports 1024 to 49151</a:t>
            </a:r>
          </a:p>
          <a:p>
            <a:r>
              <a:rPr lang="en-US" sz="1200" b="0" i="0" kern="1200" dirty="0" smtClean="0">
                <a:solidFill>
                  <a:schemeClr val="tx1"/>
                </a:solidFill>
                <a:effectLst/>
                <a:latin typeface="Arial" charset="0"/>
                <a:ea typeface="+mn-ea"/>
                <a:cs typeface="+mn-cs"/>
              </a:rPr>
              <a:t>These ports are intended for registered services, but can also be used for client programs. The dynamic assignment for client programs is no longer performed by the majority of current operating systems because the "Dynamic Ports" are provided for this purpose. In this area, new assignments can be made on request without the involvement of the IETF.</a:t>
            </a:r>
          </a:p>
          <a:p>
            <a:endParaRPr lang="en-US" sz="1200" b="1" i="0" kern="1200" dirty="0" smtClean="0">
              <a:solidFill>
                <a:schemeClr val="tx1"/>
              </a:solidFill>
              <a:effectLst/>
              <a:latin typeface="Arial" charset="0"/>
              <a:ea typeface="+mn-ea"/>
              <a:cs typeface="+mn-cs"/>
            </a:endParaRPr>
          </a:p>
          <a:p>
            <a:r>
              <a:rPr lang="en-US" sz="1200" b="1" i="0" kern="1200" dirty="0" smtClean="0">
                <a:solidFill>
                  <a:schemeClr val="tx1"/>
                </a:solidFill>
                <a:effectLst/>
                <a:latin typeface="Arial" charset="0"/>
                <a:ea typeface="+mn-ea"/>
                <a:cs typeface="+mn-cs"/>
              </a:rPr>
              <a:t>Dynamic Ports</a:t>
            </a:r>
          </a:p>
          <a:p>
            <a:r>
              <a:rPr lang="en-US" sz="1200" b="0" i="0" kern="1200" dirty="0" smtClean="0">
                <a:solidFill>
                  <a:schemeClr val="tx1"/>
                </a:solidFill>
                <a:effectLst/>
                <a:latin typeface="Arial" charset="0"/>
                <a:ea typeface="+mn-ea"/>
                <a:cs typeface="+mn-cs"/>
              </a:rPr>
              <a:t>Ports 49152 to 65535</a:t>
            </a:r>
          </a:p>
          <a:p>
            <a:r>
              <a:rPr lang="en-US" sz="1200" b="0" i="0" kern="1200" dirty="0" smtClean="0">
                <a:solidFill>
                  <a:schemeClr val="tx1"/>
                </a:solidFill>
                <a:effectLst/>
                <a:latin typeface="Arial" charset="0"/>
                <a:ea typeface="+mn-ea"/>
                <a:cs typeface="+mn-cs"/>
              </a:rPr>
              <a:t>These ports are dynamically assigned to client programs by the operating system.</a:t>
            </a:r>
          </a:p>
          <a:p>
            <a:r>
              <a:rPr lang="en-US" sz="1200" b="0" i="0" kern="1200" dirty="0" smtClean="0">
                <a:solidFill>
                  <a:schemeClr val="tx1"/>
                </a:solidFill>
                <a:effectLst/>
                <a:latin typeface="Arial" charset="0"/>
                <a:ea typeface="+mn-ea"/>
                <a:cs typeface="+mn-cs"/>
              </a:rPr>
              <a:t>Addition: Linux systems very often do not adhere to this standard and assign the client ports in the range between 32768 and 61000. Originally the ports 1024 and above were intended by the IANA for client programs. However, there were some discussions during the conversion of the port range until today's division prevailed. However, the change was made in Linux during the discussion period and was not implemented to the final standard. As a reason for this, it is repeatedly stated that the range of dynamic ports is too small. Some NAT routers use even lower ports</a:t>
            </a:r>
          </a:p>
          <a:p>
            <a:endParaRPr lang="en-US" sz="1200" b="1" i="0" kern="1200" dirty="0" smtClean="0">
              <a:solidFill>
                <a:schemeClr val="tx1"/>
              </a:solidFill>
              <a:effectLst/>
              <a:latin typeface="Arial" charset="0"/>
              <a:ea typeface="+mn-ea"/>
              <a:cs typeface="+mn-cs"/>
            </a:endParaRPr>
          </a:p>
          <a:p>
            <a:endParaRPr lang="en-US" sz="1200" b="1" i="0" kern="1200" dirty="0" smtClean="0">
              <a:solidFill>
                <a:schemeClr val="tx1"/>
              </a:solidFill>
              <a:effectLst/>
              <a:latin typeface="Arial" charset="0"/>
              <a:ea typeface="+mn-ea"/>
              <a:cs typeface="+mn-cs"/>
            </a:endParaRPr>
          </a:p>
          <a:p>
            <a:r>
              <a:rPr lang="en-US" sz="1200" b="0" i="1" kern="1200" dirty="0" smtClean="0">
                <a:solidFill>
                  <a:schemeClr val="tx1"/>
                </a:solidFill>
                <a:effectLst/>
                <a:latin typeface="Arial" charset="0"/>
                <a:ea typeface="+mn-ea"/>
                <a:cs typeface="+mn-cs"/>
              </a:rPr>
              <a:t>Source: </a:t>
            </a:r>
            <a:r>
              <a:rPr lang="en-US" sz="1200" b="0" i="1" kern="1200" dirty="0" err="1" smtClean="0">
                <a:solidFill>
                  <a:schemeClr val="tx1"/>
                </a:solidFill>
                <a:effectLst/>
                <a:latin typeface="Arial" charset="0"/>
                <a:ea typeface="+mn-ea"/>
                <a:cs typeface="+mn-cs"/>
              </a:rPr>
              <a:t>wikipedia</a:t>
            </a:r>
            <a:endParaRPr lang="en-US" b="0" i="1" dirty="0"/>
          </a:p>
        </p:txBody>
      </p:sp>
      <p:sp>
        <p:nvSpPr>
          <p:cNvPr id="4" name="Foliennummernplatzhalter 3"/>
          <p:cNvSpPr>
            <a:spLocks noGrp="1"/>
          </p:cNvSpPr>
          <p:nvPr>
            <p:ph type="sldNum" sz="quarter" idx="10"/>
          </p:nvPr>
        </p:nvSpPr>
        <p:spPr/>
        <p:txBody>
          <a:bodyPr/>
          <a:lstStyle/>
          <a:p>
            <a:fld id="{53D469F6-E116-410D-B02D-D5965FD57765}" type="slidenum">
              <a:rPr lang="de-CH" altLang="de-DE" smtClean="0"/>
              <a:pPr/>
              <a:t>11</a:t>
            </a:fld>
            <a:endParaRPr lang="de-CH" altLang="de-DE"/>
          </a:p>
        </p:txBody>
      </p:sp>
    </p:spTree>
    <p:extLst>
      <p:ext uri="{BB962C8B-B14F-4D97-AF65-F5344CB8AC3E}">
        <p14:creationId xmlns:p14="http://schemas.microsoft.com/office/powerpoint/2010/main" val="18295661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kern="1200" dirty="0" smtClean="0">
                <a:solidFill>
                  <a:schemeClr val="tx1"/>
                </a:solidFill>
                <a:effectLst/>
                <a:latin typeface="Arial" charset="0"/>
                <a:ea typeface="+mn-ea"/>
                <a:cs typeface="+mn-cs"/>
              </a:rPr>
              <a:t>All computers connected to a network that are directly involved in network communication are classified as hosts. Hosts are also referred to as endpoints.</a:t>
            </a:r>
          </a:p>
          <a:p>
            <a:r>
              <a:rPr lang="en-US" sz="1200" kern="1200" dirty="0" smtClean="0">
                <a:solidFill>
                  <a:schemeClr val="tx1"/>
                </a:solidFill>
                <a:effectLst/>
                <a:latin typeface="Arial" charset="0"/>
                <a:ea typeface="+mn-ea"/>
                <a:cs typeface="+mn-cs"/>
              </a:rPr>
              <a:t>Servers are computers with software that allows them to share information, such as e-mail and Web pages, with other endpoints on the network. Each service requires different server software. For example, a server needs web server software to share web services with the network. A computer with server software can provide services to one or more computers simultaneously. In addition, a single computer can run different server software. At home or in a small business, a computer may be used as a file, web, and e-mail server.</a:t>
            </a:r>
          </a:p>
          <a:p>
            <a:r>
              <a:rPr lang="en-US" sz="1200" kern="1200" dirty="0" smtClean="0">
                <a:solidFill>
                  <a:schemeClr val="tx1"/>
                </a:solidFill>
                <a:effectLst/>
                <a:latin typeface="Arial" charset="0"/>
                <a:ea typeface="+mn-ea"/>
                <a:cs typeface="+mn-cs"/>
              </a:rPr>
              <a:t>Clients are computers that have software installed on them that can retrieve and display information received from the server. An example of client software is a web browser such as Chrome or Firefox. A single computer can also run different types of client software. For example, a user can check e-mail and access a Web page while using instant messaging and listening to Internet radio.</a:t>
            </a:r>
            <a:endParaRPr lang="en-US" dirty="0"/>
          </a:p>
        </p:txBody>
      </p:sp>
      <p:sp>
        <p:nvSpPr>
          <p:cNvPr id="4" name="Foliennummernplatzhalter 3"/>
          <p:cNvSpPr>
            <a:spLocks noGrp="1"/>
          </p:cNvSpPr>
          <p:nvPr>
            <p:ph type="sldNum" sz="quarter" idx="10"/>
          </p:nvPr>
        </p:nvSpPr>
        <p:spPr/>
        <p:txBody>
          <a:bodyPr/>
          <a:lstStyle/>
          <a:p>
            <a:fld id="{53D469F6-E116-410D-B02D-D5965FD57765}" type="slidenum">
              <a:rPr lang="de-CH" altLang="de-DE" smtClean="0"/>
              <a:pPr/>
              <a:t>14</a:t>
            </a:fld>
            <a:endParaRPr lang="de-CH" altLang="de-DE"/>
          </a:p>
        </p:txBody>
      </p:sp>
    </p:spTree>
    <p:extLst>
      <p:ext uri="{BB962C8B-B14F-4D97-AF65-F5344CB8AC3E}">
        <p14:creationId xmlns:p14="http://schemas.microsoft.com/office/powerpoint/2010/main" val="94560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53D469F6-E116-410D-B02D-D5965FD57765}" type="slidenum">
              <a:rPr lang="de-CH" altLang="de-DE" smtClean="0"/>
              <a:pPr/>
              <a:t>15</a:t>
            </a:fld>
            <a:endParaRPr lang="de-CH" altLang="de-DE"/>
          </a:p>
        </p:txBody>
      </p:sp>
    </p:spTree>
    <p:extLst>
      <p:ext uri="{BB962C8B-B14F-4D97-AF65-F5344CB8AC3E}">
        <p14:creationId xmlns:p14="http://schemas.microsoft.com/office/powerpoint/2010/main" val="27955757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53D469F6-E116-410D-B02D-D5965FD57765}" type="slidenum">
              <a:rPr lang="de-CH" altLang="de-DE" smtClean="0"/>
              <a:pPr/>
              <a:t>16</a:t>
            </a:fld>
            <a:endParaRPr lang="de-CH" altLang="de-DE"/>
          </a:p>
        </p:txBody>
      </p:sp>
    </p:spTree>
    <p:extLst>
      <p:ext uri="{BB962C8B-B14F-4D97-AF65-F5344CB8AC3E}">
        <p14:creationId xmlns:p14="http://schemas.microsoft.com/office/powerpoint/2010/main" val="5905508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kern="1200" dirty="0" smtClean="0">
                <a:solidFill>
                  <a:schemeClr val="tx1"/>
                </a:solidFill>
                <a:effectLst/>
                <a:latin typeface="Arial" charset="0"/>
                <a:ea typeface="+mn-ea"/>
                <a:cs typeface="+mn-cs"/>
              </a:rPr>
              <a:t>The various end devices, such as computers, are connected to a switch using a network cable. The switch has several ports to which the devices can be connected with a network cable. The switch then assigns and manages an internal identifier for each port. The devices recognize each other by their individual network identifiers. They can communicate directly with each other without the other ports being aware of it. So the switch is the device that connects different devices to a network, but enables separate communication and data transfers. The best known are the so-called LAN parties. Several computers are connected to each other by a switch (or several) in order to play against and with each other in parallel. Another example are office networks in which many workstations are connected to each other.</a:t>
            </a:r>
          </a:p>
          <a:p>
            <a:r>
              <a:rPr lang="en-US" sz="1200" kern="1200" dirty="0" smtClean="0">
                <a:solidFill>
                  <a:schemeClr val="tx1"/>
                </a:solidFill>
                <a:effectLst/>
                <a:latin typeface="Arial" charset="0"/>
                <a:ea typeface="+mn-ea"/>
                <a:cs typeface="+mn-cs"/>
              </a:rPr>
              <a:t>Switches (also called Layer 2 switches) work on the Data Link Layer (see OSI Layer). They receive all incoming frames and forward them to the correct ports based on the destination MAC address. Switches </a:t>
            </a:r>
            <a:r>
              <a:rPr lang="en-US" sz="1200" kern="1200" dirty="0" err="1" smtClean="0">
                <a:solidFill>
                  <a:schemeClr val="tx1"/>
                </a:solidFill>
                <a:effectLst/>
                <a:latin typeface="Arial" charset="0"/>
                <a:ea typeface="+mn-ea"/>
                <a:cs typeface="+mn-cs"/>
              </a:rPr>
              <a:t>ﬁltern</a:t>
            </a:r>
            <a:r>
              <a:rPr lang="en-US" sz="1200" kern="1200" dirty="0" smtClean="0">
                <a:solidFill>
                  <a:schemeClr val="tx1"/>
                </a:solidFill>
                <a:effectLst/>
                <a:latin typeface="Arial" charset="0"/>
                <a:ea typeface="+mn-ea"/>
                <a:cs typeface="+mn-cs"/>
              </a:rPr>
              <a:t> receive the frames. This means that they only forward frames if it makes sense. They also check the frames with checksums for correctness. Since they do not actively participate in the communication, they do not need any addresses themselves for filtering and forwarding.</a:t>
            </a:r>
            <a:endParaRPr lang="en-US" dirty="0"/>
          </a:p>
        </p:txBody>
      </p:sp>
      <p:sp>
        <p:nvSpPr>
          <p:cNvPr id="4" name="Foliennummernplatzhalter 3"/>
          <p:cNvSpPr>
            <a:spLocks noGrp="1"/>
          </p:cNvSpPr>
          <p:nvPr>
            <p:ph type="sldNum" sz="quarter" idx="10"/>
          </p:nvPr>
        </p:nvSpPr>
        <p:spPr/>
        <p:txBody>
          <a:bodyPr/>
          <a:lstStyle/>
          <a:p>
            <a:fld id="{53D469F6-E116-410D-B02D-D5965FD57765}" type="slidenum">
              <a:rPr lang="de-CH" altLang="de-DE" smtClean="0"/>
              <a:pPr/>
              <a:t>17</a:t>
            </a:fld>
            <a:endParaRPr lang="de-CH" altLang="de-DE"/>
          </a:p>
        </p:txBody>
      </p:sp>
    </p:spTree>
    <p:extLst>
      <p:ext uri="{BB962C8B-B14F-4D97-AF65-F5344CB8AC3E}">
        <p14:creationId xmlns:p14="http://schemas.microsoft.com/office/powerpoint/2010/main" val="27369066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kern="1200" dirty="0" smtClean="0">
                <a:solidFill>
                  <a:schemeClr val="tx1"/>
                </a:solidFill>
                <a:effectLst/>
                <a:latin typeface="Arial" charset="0"/>
                <a:ea typeface="+mn-ea"/>
                <a:cs typeface="+mn-cs"/>
              </a:rPr>
              <a:t>An access point is a device used to set up a Wireless Local Area Network (WLAN), usually in an office or larger building. An access point can normally be connected to a wired router or switch via an Ethernet cable and transmits a WLAN signal to a specific frequency range (within 2.4 </a:t>
            </a:r>
            <a:r>
              <a:rPr lang="en-US" sz="1200" kern="1200" dirty="0" err="1" smtClean="0">
                <a:solidFill>
                  <a:schemeClr val="tx1"/>
                </a:solidFill>
                <a:effectLst/>
                <a:latin typeface="Arial" charset="0"/>
                <a:ea typeface="+mn-ea"/>
                <a:cs typeface="+mn-cs"/>
              </a:rPr>
              <a:t>Ghz</a:t>
            </a:r>
            <a:r>
              <a:rPr lang="en-US" sz="1200" kern="1200" dirty="0" smtClean="0">
                <a:solidFill>
                  <a:schemeClr val="tx1"/>
                </a:solidFill>
                <a:effectLst/>
                <a:latin typeface="Arial" charset="0"/>
                <a:ea typeface="+mn-ea"/>
                <a:cs typeface="+mn-cs"/>
              </a:rPr>
              <a:t> or 5 GHz). Access points usually connect notebooks and other mobile devices with built-in wireless adapters to a LAN or other wired data network (telephone network, cable TV network) via a WLAN.</a:t>
            </a:r>
            <a:endParaRPr lang="en-US" dirty="0"/>
          </a:p>
        </p:txBody>
      </p:sp>
      <p:sp>
        <p:nvSpPr>
          <p:cNvPr id="4" name="Foliennummernplatzhalter 3"/>
          <p:cNvSpPr>
            <a:spLocks noGrp="1"/>
          </p:cNvSpPr>
          <p:nvPr>
            <p:ph type="sldNum" sz="quarter" idx="10"/>
          </p:nvPr>
        </p:nvSpPr>
        <p:spPr/>
        <p:txBody>
          <a:bodyPr/>
          <a:lstStyle/>
          <a:p>
            <a:fld id="{53D469F6-E116-410D-B02D-D5965FD57765}" type="slidenum">
              <a:rPr lang="de-CH" altLang="de-DE" smtClean="0"/>
              <a:pPr/>
              <a:t>18</a:t>
            </a:fld>
            <a:endParaRPr lang="de-CH" altLang="de-DE"/>
          </a:p>
        </p:txBody>
      </p:sp>
    </p:spTree>
    <p:extLst>
      <p:ext uri="{BB962C8B-B14F-4D97-AF65-F5344CB8AC3E}">
        <p14:creationId xmlns:p14="http://schemas.microsoft.com/office/powerpoint/2010/main" val="5598166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kern="1200" dirty="0" smtClean="0">
                <a:solidFill>
                  <a:schemeClr val="tx1"/>
                </a:solidFill>
                <a:effectLst/>
                <a:latin typeface="Arial" charset="0"/>
                <a:ea typeface="+mn-ea"/>
                <a:cs typeface="+mn-cs"/>
              </a:rPr>
              <a:t>Large network infrastructures usually consist of several smaller networks with their own logical address ranges. Routers handle the forwarding of data packets between logical networks. Routers also make it possible to connect the local network (LAN) with a wide area network (WAN). To access other networks, the packet must be processed by a router. The router's role is to determine the best path and forward the packets to the target host. This process is called routing. A packet can pass through a variety of active network components before it reaches the target host. Any router that passes through a packet to reach the target host is called a hop.</a:t>
            </a:r>
          </a:p>
          <a:p>
            <a:r>
              <a:rPr lang="en-US" sz="1200" kern="1200" dirty="0" smtClean="0">
                <a:solidFill>
                  <a:schemeClr val="tx1"/>
                </a:solidFill>
                <a:effectLst/>
                <a:latin typeface="Arial" charset="0"/>
                <a:ea typeface="+mn-ea"/>
                <a:cs typeface="+mn-cs"/>
              </a:rPr>
              <a:t>A router therefore forwards data packets between networks with their own logical address ranges and, like switches, has several ports. The data packets forwarded from a router are called IP packets. In addition to the user data, these packets also contain the sender and destination IP addresses, as well as the associated port numbers. Each router manages a local routing table with the logical address ranges known to it, which shows which network can be reached via which port. A router therefore only has to send the IP packets in the direction specified by the table. This routing table has automatic entries for all networks in which the router has an interface. Networks that are not directly connected can be automatically taught to the router via a manual entry or via a routing protocol.</a:t>
            </a:r>
            <a:endParaRPr lang="en-US" dirty="0"/>
          </a:p>
        </p:txBody>
      </p:sp>
      <p:sp>
        <p:nvSpPr>
          <p:cNvPr id="4" name="Foliennummernplatzhalter 3"/>
          <p:cNvSpPr>
            <a:spLocks noGrp="1"/>
          </p:cNvSpPr>
          <p:nvPr>
            <p:ph type="sldNum" sz="quarter" idx="10"/>
          </p:nvPr>
        </p:nvSpPr>
        <p:spPr/>
        <p:txBody>
          <a:bodyPr/>
          <a:lstStyle/>
          <a:p>
            <a:fld id="{53D469F6-E116-410D-B02D-D5965FD57765}" type="slidenum">
              <a:rPr lang="de-CH" altLang="de-DE" smtClean="0"/>
              <a:pPr/>
              <a:t>19</a:t>
            </a:fld>
            <a:endParaRPr lang="de-CH" altLang="de-DE"/>
          </a:p>
        </p:txBody>
      </p:sp>
    </p:spTree>
    <p:extLst>
      <p:ext uri="{BB962C8B-B14F-4D97-AF65-F5344CB8AC3E}">
        <p14:creationId xmlns:p14="http://schemas.microsoft.com/office/powerpoint/2010/main" val="11300576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B57D98B-7A22-4F4D-8F80-3AE91F7B0FB6}" type="slidenum">
              <a:rPr lang="de-CH" altLang="de-DE"/>
              <a:pPr/>
              <a:t>20</a:t>
            </a:fld>
            <a:endParaRPr lang="de-CH" altLang="de-DE"/>
          </a:p>
        </p:txBody>
      </p:sp>
      <p:sp>
        <p:nvSpPr>
          <p:cNvPr id="26626" name="Rectangle 2"/>
          <p:cNvSpPr>
            <a:spLocks noGrp="1" noRot="1" noChangeAspect="1" noChangeArrowheads="1" noTextEdit="1"/>
          </p:cNvSpPr>
          <p:nvPr>
            <p:ph type="sldImg"/>
          </p:nvPr>
        </p:nvSpPr>
        <p:spPr>
          <a:ln/>
        </p:spPr>
      </p:sp>
      <p:sp>
        <p:nvSpPr>
          <p:cNvPr id="26627" name="Rectangle 3"/>
          <p:cNvSpPr>
            <a:spLocks noGrp="1" noChangeArrowheads="1"/>
          </p:cNvSpPr>
          <p:nvPr>
            <p:ph type="body" idx="1"/>
          </p:nvPr>
        </p:nvSpPr>
        <p:spPr/>
        <p:txBody>
          <a:bodyPr/>
          <a:lstStyle/>
          <a:p>
            <a:endParaRPr lang="en-GB" altLang="de-DE"/>
          </a:p>
        </p:txBody>
      </p:sp>
    </p:spTree>
    <p:extLst>
      <p:ext uri="{BB962C8B-B14F-4D97-AF65-F5344CB8AC3E}">
        <p14:creationId xmlns:p14="http://schemas.microsoft.com/office/powerpoint/2010/main" val="14917455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53D469F6-E116-410D-B02D-D5965FD57765}" type="slidenum">
              <a:rPr lang="de-CH" altLang="de-DE" smtClean="0"/>
              <a:pPr/>
              <a:t>21</a:t>
            </a:fld>
            <a:endParaRPr lang="de-CH" altLang="de-DE"/>
          </a:p>
        </p:txBody>
      </p:sp>
    </p:spTree>
    <p:extLst>
      <p:ext uri="{BB962C8B-B14F-4D97-AF65-F5344CB8AC3E}">
        <p14:creationId xmlns:p14="http://schemas.microsoft.com/office/powerpoint/2010/main" val="2375808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The Internet is a complex network of networks. The Internet is a network of thousands of (partially) autonomous service providers. There is no central coordination for the management of connections, services and tariffs. Rather, the Internet consists of individual entities, typically Internet Service Providers (ISPs) or very large companies, which connect their networks to each other by arrangement and thus allow data exchange between them. Such a single entity is called an "autonomous system" (AS).</a:t>
            </a:r>
            <a:endParaRPr lang="en-US" dirty="0"/>
          </a:p>
        </p:txBody>
      </p:sp>
      <p:sp>
        <p:nvSpPr>
          <p:cNvPr id="4" name="Foliennummernplatzhalter 3"/>
          <p:cNvSpPr>
            <a:spLocks noGrp="1"/>
          </p:cNvSpPr>
          <p:nvPr>
            <p:ph type="sldNum" sz="quarter" idx="10"/>
          </p:nvPr>
        </p:nvSpPr>
        <p:spPr/>
        <p:txBody>
          <a:bodyPr/>
          <a:lstStyle/>
          <a:p>
            <a:fld id="{53D469F6-E116-410D-B02D-D5965FD57765}" type="slidenum">
              <a:rPr lang="de-CH" altLang="de-DE" smtClean="0"/>
              <a:pPr/>
              <a:t>22</a:t>
            </a:fld>
            <a:endParaRPr lang="de-CH" altLang="de-DE"/>
          </a:p>
        </p:txBody>
      </p:sp>
    </p:spTree>
    <p:extLst>
      <p:ext uri="{BB962C8B-B14F-4D97-AF65-F5344CB8AC3E}">
        <p14:creationId xmlns:p14="http://schemas.microsoft.com/office/powerpoint/2010/main" val="19003769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53D469F6-E116-410D-B02D-D5965FD57765}" type="slidenum">
              <a:rPr lang="de-CH" altLang="de-DE" smtClean="0"/>
              <a:pPr/>
              <a:t>24</a:t>
            </a:fld>
            <a:endParaRPr lang="de-CH" altLang="de-DE"/>
          </a:p>
        </p:txBody>
      </p:sp>
    </p:spTree>
    <p:extLst>
      <p:ext uri="{BB962C8B-B14F-4D97-AF65-F5344CB8AC3E}">
        <p14:creationId xmlns:p14="http://schemas.microsoft.com/office/powerpoint/2010/main" val="25211714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53D469F6-E116-410D-B02D-D5965FD57765}" type="slidenum">
              <a:rPr lang="de-CH" altLang="de-DE" smtClean="0"/>
              <a:pPr/>
              <a:t>25</a:t>
            </a:fld>
            <a:endParaRPr lang="de-CH" altLang="de-DE"/>
          </a:p>
        </p:txBody>
      </p:sp>
    </p:spTree>
    <p:extLst>
      <p:ext uri="{BB962C8B-B14F-4D97-AF65-F5344CB8AC3E}">
        <p14:creationId xmlns:p14="http://schemas.microsoft.com/office/powerpoint/2010/main" val="35366353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sz="1200" b="0" i="0" kern="1200" dirty="0" smtClean="0">
              <a:solidFill>
                <a:schemeClr val="tx1"/>
              </a:solidFill>
              <a:effectLst/>
              <a:latin typeface="Arial" charset="0"/>
              <a:ea typeface="+mn-ea"/>
              <a:cs typeface="+mn-cs"/>
            </a:endParaRPr>
          </a:p>
          <a:p>
            <a:r>
              <a:rPr lang="de-DE" sz="1200" b="0" i="0" kern="1200" dirty="0" smtClean="0">
                <a:solidFill>
                  <a:schemeClr val="tx1"/>
                </a:solidFill>
                <a:effectLst/>
                <a:latin typeface="Arial" charset="0"/>
                <a:ea typeface="+mn-ea"/>
                <a:cs typeface="+mn-cs"/>
              </a:rPr>
              <a:t>The </a:t>
            </a:r>
            <a:r>
              <a:rPr lang="de-DE" sz="1200" b="0" i="0" kern="1200" dirty="0" err="1" smtClean="0">
                <a:solidFill>
                  <a:schemeClr val="tx1"/>
                </a:solidFill>
                <a:effectLst/>
                <a:latin typeface="Arial" charset="0"/>
                <a:ea typeface="+mn-ea"/>
                <a:cs typeface="+mn-cs"/>
              </a:rPr>
              <a:t>modem</a:t>
            </a:r>
            <a:r>
              <a:rPr lang="de-DE" sz="1200" b="0" i="0" kern="1200" dirty="0" smtClean="0">
                <a:solidFill>
                  <a:schemeClr val="tx1"/>
                </a:solidFill>
                <a:effectLst/>
                <a:latin typeface="Arial" charset="0"/>
                <a:ea typeface="+mn-ea"/>
                <a:cs typeface="+mn-cs"/>
              </a:rPr>
              <a:t> (a </a:t>
            </a:r>
            <a:r>
              <a:rPr lang="de-DE" sz="1200" b="0" i="0" kern="1200" dirty="0" err="1" smtClean="0">
                <a:solidFill>
                  <a:schemeClr val="tx1"/>
                </a:solidFill>
                <a:effectLst/>
                <a:latin typeface="Arial" charset="0"/>
                <a:ea typeface="+mn-ea"/>
                <a:cs typeface="+mn-cs"/>
              </a:rPr>
              <a:t>word</a:t>
            </a:r>
            <a:r>
              <a:rPr lang="de-DE" sz="1200" b="0" i="0" kern="1200" dirty="0" smtClean="0">
                <a:solidFill>
                  <a:schemeClr val="tx1"/>
                </a:solidFill>
                <a:effectLst/>
                <a:latin typeface="Arial" charset="0"/>
                <a:ea typeface="+mn-ea"/>
                <a:cs typeface="+mn-cs"/>
              </a:rPr>
              <a:t> </a:t>
            </a:r>
            <a:r>
              <a:rPr lang="de-DE" sz="1200" b="0" i="0" kern="1200" dirty="0" err="1" smtClean="0">
                <a:solidFill>
                  <a:schemeClr val="tx1"/>
                </a:solidFill>
                <a:effectLst/>
                <a:latin typeface="Arial" charset="0"/>
                <a:ea typeface="+mn-ea"/>
                <a:cs typeface="+mn-cs"/>
              </a:rPr>
              <a:t>formed</a:t>
            </a:r>
            <a:r>
              <a:rPr lang="de-DE" sz="1200" b="0" i="0" kern="1200" dirty="0" smtClean="0">
                <a:solidFill>
                  <a:schemeClr val="tx1"/>
                </a:solidFill>
                <a:effectLst/>
                <a:latin typeface="Arial" charset="0"/>
                <a:ea typeface="+mn-ea"/>
                <a:cs typeface="+mn-cs"/>
              </a:rPr>
              <a:t> </a:t>
            </a:r>
            <a:r>
              <a:rPr lang="de-DE" sz="1200" b="0" i="0" kern="1200" dirty="0" err="1" smtClean="0">
                <a:solidFill>
                  <a:schemeClr val="tx1"/>
                </a:solidFill>
                <a:effectLst/>
                <a:latin typeface="Arial" charset="0"/>
                <a:ea typeface="+mn-ea"/>
                <a:cs typeface="+mn-cs"/>
              </a:rPr>
              <a:t>from</a:t>
            </a:r>
            <a:r>
              <a:rPr lang="de-DE" sz="1200" b="0" i="0" kern="1200" dirty="0" smtClean="0">
                <a:solidFill>
                  <a:schemeClr val="tx1"/>
                </a:solidFill>
                <a:effectLst/>
                <a:latin typeface="Arial" charset="0"/>
                <a:ea typeface="+mn-ea"/>
                <a:cs typeface="+mn-cs"/>
              </a:rPr>
              <a:t> a </a:t>
            </a:r>
            <a:r>
              <a:rPr lang="de-DE" sz="1200" b="1" i="0" kern="1200" dirty="0" err="1" smtClean="0">
                <a:solidFill>
                  <a:schemeClr val="tx1"/>
                </a:solidFill>
                <a:effectLst/>
                <a:latin typeface="Arial" charset="0"/>
                <a:ea typeface="+mn-ea"/>
                <a:cs typeface="+mn-cs"/>
              </a:rPr>
              <a:t>mo</a:t>
            </a:r>
            <a:r>
              <a:rPr lang="de-DE" sz="1200" b="0" i="0" kern="1200" dirty="0" err="1" smtClean="0">
                <a:solidFill>
                  <a:schemeClr val="tx1"/>
                </a:solidFill>
                <a:effectLst/>
                <a:latin typeface="Arial" charset="0"/>
                <a:ea typeface="+mn-ea"/>
                <a:cs typeface="+mn-cs"/>
              </a:rPr>
              <a:t>dulator</a:t>
            </a:r>
            <a:r>
              <a:rPr lang="de-DE" sz="1200" b="0" i="0" kern="1200" dirty="0" smtClean="0">
                <a:solidFill>
                  <a:schemeClr val="tx1"/>
                </a:solidFill>
                <a:effectLst/>
                <a:latin typeface="Arial" charset="0"/>
                <a:ea typeface="+mn-ea"/>
                <a:cs typeface="+mn-cs"/>
              </a:rPr>
              <a:t> </a:t>
            </a:r>
            <a:r>
              <a:rPr lang="de-DE" sz="1200" b="0" i="0" kern="1200" dirty="0" err="1" smtClean="0">
                <a:solidFill>
                  <a:schemeClr val="tx1"/>
                </a:solidFill>
                <a:effectLst/>
                <a:latin typeface="Arial" charset="0"/>
                <a:ea typeface="+mn-ea"/>
                <a:cs typeface="+mn-cs"/>
              </a:rPr>
              <a:t>and</a:t>
            </a:r>
            <a:r>
              <a:rPr lang="de-DE" sz="1200" b="0" i="0" kern="1200" dirty="0" smtClean="0">
                <a:solidFill>
                  <a:schemeClr val="tx1"/>
                </a:solidFill>
                <a:effectLst/>
                <a:latin typeface="Arial" charset="0"/>
                <a:ea typeface="+mn-ea"/>
                <a:cs typeface="+mn-cs"/>
              </a:rPr>
              <a:t> a </a:t>
            </a:r>
            <a:r>
              <a:rPr lang="de-DE" sz="1200" b="1" i="0" kern="1200" dirty="0" err="1" smtClean="0">
                <a:solidFill>
                  <a:schemeClr val="tx1"/>
                </a:solidFill>
                <a:effectLst/>
                <a:latin typeface="Arial" charset="0"/>
                <a:ea typeface="+mn-ea"/>
                <a:cs typeface="+mn-cs"/>
              </a:rPr>
              <a:t>dem</a:t>
            </a:r>
            <a:r>
              <a:rPr lang="de-DE" sz="1200" b="0" i="0" kern="1200" dirty="0" err="1" smtClean="0">
                <a:solidFill>
                  <a:schemeClr val="tx1"/>
                </a:solidFill>
                <a:effectLst/>
                <a:latin typeface="Arial" charset="0"/>
                <a:ea typeface="+mn-ea"/>
                <a:cs typeface="+mn-cs"/>
              </a:rPr>
              <a:t>odulator</a:t>
            </a:r>
            <a:r>
              <a:rPr lang="de-DE" sz="1200" b="0" i="0" kern="1200" dirty="0" smtClean="0">
                <a:solidFill>
                  <a:schemeClr val="tx1"/>
                </a:solidFill>
                <a:effectLst/>
                <a:latin typeface="Arial" charset="0"/>
                <a:ea typeface="+mn-ea"/>
                <a:cs typeface="+mn-cs"/>
              </a:rPr>
              <a:t>) </a:t>
            </a:r>
            <a:r>
              <a:rPr lang="de-DE" sz="1200" b="0" i="0" kern="1200" dirty="0" err="1" smtClean="0">
                <a:solidFill>
                  <a:schemeClr val="tx1"/>
                </a:solidFill>
                <a:effectLst/>
                <a:latin typeface="Arial" charset="0"/>
                <a:ea typeface="+mn-ea"/>
                <a:cs typeface="+mn-cs"/>
              </a:rPr>
              <a:t>is</a:t>
            </a:r>
            <a:r>
              <a:rPr lang="de-DE" sz="1200" b="0" i="0" kern="1200" dirty="0" smtClean="0">
                <a:solidFill>
                  <a:schemeClr val="tx1"/>
                </a:solidFill>
                <a:effectLst/>
                <a:latin typeface="Arial" charset="0"/>
                <a:ea typeface="+mn-ea"/>
                <a:cs typeface="+mn-cs"/>
              </a:rPr>
              <a:t> a </a:t>
            </a:r>
            <a:r>
              <a:rPr lang="de-DE" sz="1200" b="0" i="0" kern="1200" dirty="0" err="1" smtClean="0">
                <a:solidFill>
                  <a:schemeClr val="tx1"/>
                </a:solidFill>
                <a:effectLst/>
                <a:latin typeface="Arial" charset="0"/>
                <a:ea typeface="+mn-ea"/>
                <a:cs typeface="+mn-cs"/>
              </a:rPr>
              <a:t>communication</a:t>
            </a:r>
            <a:r>
              <a:rPr lang="de-DE" sz="1200" b="0" i="0" kern="1200" dirty="0" smtClean="0">
                <a:solidFill>
                  <a:schemeClr val="tx1"/>
                </a:solidFill>
                <a:effectLst/>
                <a:latin typeface="Arial" charset="0"/>
                <a:ea typeface="+mn-ea"/>
                <a:cs typeface="+mn-cs"/>
              </a:rPr>
              <a:t> </a:t>
            </a:r>
            <a:r>
              <a:rPr lang="de-DE" sz="1200" b="0" i="0" kern="1200" dirty="0" err="1" smtClean="0">
                <a:solidFill>
                  <a:schemeClr val="tx1"/>
                </a:solidFill>
                <a:effectLst/>
                <a:latin typeface="Arial" charset="0"/>
                <a:ea typeface="+mn-ea"/>
                <a:cs typeface="+mn-cs"/>
              </a:rPr>
              <a:t>device</a:t>
            </a:r>
            <a:r>
              <a:rPr lang="de-DE" sz="1200" b="0" i="0" kern="1200" dirty="0" smtClean="0">
                <a:solidFill>
                  <a:schemeClr val="tx1"/>
                </a:solidFill>
                <a:effectLst/>
                <a:latin typeface="Arial" charset="0"/>
                <a:ea typeface="+mn-ea"/>
                <a:cs typeface="+mn-cs"/>
              </a:rPr>
              <a:t> </a:t>
            </a:r>
            <a:r>
              <a:rPr lang="de-DE" sz="1200" b="0" i="0" kern="1200" dirty="0" err="1" smtClean="0">
                <a:solidFill>
                  <a:schemeClr val="tx1"/>
                </a:solidFill>
                <a:effectLst/>
                <a:latin typeface="Arial" charset="0"/>
                <a:ea typeface="+mn-ea"/>
                <a:cs typeface="+mn-cs"/>
              </a:rPr>
              <a:t>for</a:t>
            </a:r>
            <a:r>
              <a:rPr lang="de-DE" sz="1200" b="0" i="0" kern="1200" dirty="0" smtClean="0">
                <a:solidFill>
                  <a:schemeClr val="tx1"/>
                </a:solidFill>
                <a:effectLst/>
                <a:latin typeface="Arial" charset="0"/>
                <a:ea typeface="+mn-ea"/>
                <a:cs typeface="+mn-cs"/>
              </a:rPr>
              <a:t> </a:t>
            </a:r>
            <a:r>
              <a:rPr lang="de-DE" sz="1200" b="0" i="0" kern="1200" dirty="0" err="1" smtClean="0">
                <a:solidFill>
                  <a:schemeClr val="tx1"/>
                </a:solidFill>
                <a:effectLst/>
                <a:latin typeface="Arial" charset="0"/>
                <a:ea typeface="+mn-ea"/>
                <a:cs typeface="+mn-cs"/>
              </a:rPr>
              <a:t>exchanging</a:t>
            </a:r>
            <a:r>
              <a:rPr lang="de-DE" sz="1200" b="0" i="0" kern="1200" dirty="0" smtClean="0">
                <a:solidFill>
                  <a:schemeClr val="tx1"/>
                </a:solidFill>
                <a:effectLst/>
                <a:latin typeface="Arial" charset="0"/>
                <a:ea typeface="+mn-ea"/>
                <a:cs typeface="+mn-cs"/>
              </a:rPr>
              <a:t> digital </a:t>
            </a:r>
            <a:r>
              <a:rPr lang="de-DE" sz="1200" b="0" i="0" kern="1200" dirty="0" err="1" smtClean="0">
                <a:solidFill>
                  <a:schemeClr val="tx1"/>
                </a:solidFill>
                <a:effectLst/>
                <a:latin typeface="Arial" charset="0"/>
                <a:ea typeface="+mn-ea"/>
                <a:cs typeface="+mn-cs"/>
              </a:rPr>
              <a:t>signals</a:t>
            </a:r>
            <a:r>
              <a:rPr lang="de-DE" sz="1200" b="0" i="0" kern="1200" dirty="0" smtClean="0">
                <a:solidFill>
                  <a:schemeClr val="tx1"/>
                </a:solidFill>
                <a:effectLst/>
                <a:latin typeface="Arial" charset="0"/>
                <a:ea typeface="+mn-ea"/>
                <a:cs typeface="+mn-cs"/>
              </a:rPr>
              <a:t> </a:t>
            </a:r>
            <a:r>
              <a:rPr lang="de-DE" sz="1200" b="0" i="0" kern="1200" dirty="0" err="1" smtClean="0">
                <a:solidFill>
                  <a:schemeClr val="tx1"/>
                </a:solidFill>
                <a:effectLst/>
                <a:latin typeface="Arial" charset="0"/>
                <a:ea typeface="+mn-ea"/>
                <a:cs typeface="+mn-cs"/>
              </a:rPr>
              <a:t>over</a:t>
            </a:r>
            <a:r>
              <a:rPr lang="de-DE" sz="1200" b="0" i="0" kern="1200" dirty="0" smtClean="0">
                <a:solidFill>
                  <a:schemeClr val="tx1"/>
                </a:solidFill>
                <a:effectLst/>
                <a:latin typeface="Arial" charset="0"/>
                <a:ea typeface="+mn-ea"/>
                <a:cs typeface="+mn-cs"/>
              </a:rPr>
              <a:t> </a:t>
            </a:r>
            <a:r>
              <a:rPr lang="de-DE" sz="1200" b="0" i="0" kern="1200" dirty="0" err="1" smtClean="0">
                <a:solidFill>
                  <a:schemeClr val="tx1"/>
                </a:solidFill>
                <a:effectLst/>
                <a:latin typeface="Arial" charset="0"/>
                <a:ea typeface="+mn-ea"/>
                <a:cs typeface="+mn-cs"/>
              </a:rPr>
              <a:t>long</a:t>
            </a:r>
            <a:r>
              <a:rPr lang="de-DE" sz="1200" b="0" i="0" kern="1200" dirty="0" smtClean="0">
                <a:solidFill>
                  <a:schemeClr val="tx1"/>
                </a:solidFill>
                <a:effectLst/>
                <a:latin typeface="Arial" charset="0"/>
                <a:ea typeface="+mn-ea"/>
                <a:cs typeface="+mn-cs"/>
              </a:rPr>
              <a:t> </a:t>
            </a:r>
            <a:r>
              <a:rPr lang="de-DE" sz="1200" b="0" i="0" kern="1200" dirty="0" err="1" smtClean="0">
                <a:solidFill>
                  <a:schemeClr val="tx1"/>
                </a:solidFill>
                <a:effectLst/>
                <a:latin typeface="Arial" charset="0"/>
                <a:ea typeface="+mn-ea"/>
                <a:cs typeface="+mn-cs"/>
              </a:rPr>
              <a:t>transmission</a:t>
            </a:r>
            <a:r>
              <a:rPr lang="de-DE" sz="1200" b="0" i="0" kern="1200" dirty="0" smtClean="0">
                <a:solidFill>
                  <a:schemeClr val="tx1"/>
                </a:solidFill>
                <a:effectLst/>
                <a:latin typeface="Arial" charset="0"/>
                <a:ea typeface="+mn-ea"/>
                <a:cs typeface="+mn-cs"/>
              </a:rPr>
              <a:t> </a:t>
            </a:r>
            <a:r>
              <a:rPr lang="de-DE" sz="1200" b="0" i="0" kern="1200" dirty="0" err="1" smtClean="0">
                <a:solidFill>
                  <a:schemeClr val="tx1"/>
                </a:solidFill>
                <a:effectLst/>
                <a:latin typeface="Arial" charset="0"/>
                <a:ea typeface="+mn-ea"/>
                <a:cs typeface="+mn-cs"/>
              </a:rPr>
              <a:t>paths</a:t>
            </a:r>
            <a:r>
              <a:rPr lang="de-DE" sz="1200" b="0" i="0" kern="1200" dirty="0" smtClean="0">
                <a:solidFill>
                  <a:schemeClr val="tx1"/>
                </a:solidFill>
                <a:effectLst/>
                <a:latin typeface="Arial" charset="0"/>
                <a:ea typeface="+mn-ea"/>
                <a:cs typeface="+mn-cs"/>
              </a:rPr>
              <a:t> </a:t>
            </a:r>
            <a:r>
              <a:rPr lang="de-DE" sz="1200" b="0" i="0" kern="1200" dirty="0" err="1" smtClean="0">
                <a:solidFill>
                  <a:schemeClr val="tx1"/>
                </a:solidFill>
                <a:effectLst/>
                <a:latin typeface="Arial" charset="0"/>
                <a:ea typeface="+mn-ea"/>
                <a:cs typeface="+mn-cs"/>
              </a:rPr>
              <a:t>between</a:t>
            </a:r>
            <a:r>
              <a:rPr lang="de-DE" sz="1200" b="0" i="0" kern="1200" dirty="0" smtClean="0">
                <a:solidFill>
                  <a:schemeClr val="tx1"/>
                </a:solidFill>
                <a:effectLst/>
                <a:latin typeface="Arial" charset="0"/>
                <a:ea typeface="+mn-ea"/>
                <a:cs typeface="+mn-cs"/>
              </a:rPr>
              <a:t> </a:t>
            </a:r>
            <a:r>
              <a:rPr lang="de-DE" sz="1200" b="0" i="0" kern="1200" dirty="0" err="1" smtClean="0">
                <a:solidFill>
                  <a:schemeClr val="tx1"/>
                </a:solidFill>
                <a:effectLst/>
                <a:latin typeface="Arial" charset="0"/>
                <a:ea typeface="+mn-ea"/>
                <a:cs typeface="+mn-cs"/>
              </a:rPr>
              <a:t>two</a:t>
            </a:r>
            <a:r>
              <a:rPr lang="de-DE" sz="1200" b="0" i="0" kern="1200" dirty="0" smtClean="0">
                <a:solidFill>
                  <a:schemeClr val="tx1"/>
                </a:solidFill>
                <a:effectLst/>
                <a:latin typeface="Arial" charset="0"/>
                <a:ea typeface="+mn-ea"/>
                <a:cs typeface="+mn-cs"/>
              </a:rPr>
              <a:t> digital </a:t>
            </a:r>
            <a:r>
              <a:rPr lang="de-DE" sz="1200" b="0" i="0" kern="1200" dirty="0" err="1" smtClean="0">
                <a:solidFill>
                  <a:schemeClr val="tx1"/>
                </a:solidFill>
                <a:effectLst/>
                <a:latin typeface="Arial" charset="0"/>
                <a:ea typeface="+mn-ea"/>
                <a:cs typeface="+mn-cs"/>
              </a:rPr>
              <a:t>terminals</a:t>
            </a:r>
            <a:r>
              <a:rPr lang="de-DE" sz="1200" b="0" i="0" kern="1200" dirty="0" smtClean="0">
                <a:solidFill>
                  <a:schemeClr val="tx1"/>
                </a:solidFill>
                <a:effectLst/>
                <a:latin typeface="Arial" charset="0"/>
                <a:ea typeface="+mn-ea"/>
                <a:cs typeface="+mn-cs"/>
              </a:rPr>
              <a:t>.</a:t>
            </a:r>
          </a:p>
          <a:p>
            <a:endParaRPr lang="de-DE" sz="1200" b="0" i="0" kern="1200" dirty="0" smtClean="0">
              <a:solidFill>
                <a:schemeClr val="tx1"/>
              </a:solidFill>
              <a:effectLst/>
              <a:latin typeface="Arial" charset="0"/>
              <a:ea typeface="+mn-ea"/>
              <a:cs typeface="+mn-cs"/>
            </a:endParaRPr>
          </a:p>
          <a:p>
            <a:r>
              <a:rPr lang="de-DE" sz="1200" b="0" i="0" kern="1200" dirty="0" smtClean="0">
                <a:solidFill>
                  <a:schemeClr val="tx1"/>
                </a:solidFill>
                <a:effectLst/>
                <a:latin typeface="Arial" charset="0"/>
                <a:ea typeface="+mn-ea"/>
                <a:cs typeface="+mn-cs"/>
              </a:rPr>
              <a:t>Source: </a:t>
            </a:r>
            <a:r>
              <a:rPr lang="de-DE" sz="1200" b="0" i="0" kern="1200" dirty="0" err="1" smtClean="0">
                <a:solidFill>
                  <a:schemeClr val="tx1"/>
                </a:solidFill>
                <a:effectLst/>
                <a:latin typeface="Arial" charset="0"/>
                <a:ea typeface="+mn-ea"/>
                <a:cs typeface="+mn-cs"/>
              </a:rPr>
              <a:t>wikipedia</a:t>
            </a:r>
            <a:endParaRPr lang="en-US" i="1" dirty="0"/>
          </a:p>
        </p:txBody>
      </p:sp>
      <p:sp>
        <p:nvSpPr>
          <p:cNvPr id="4" name="Foliennummernplatzhalter 3"/>
          <p:cNvSpPr>
            <a:spLocks noGrp="1"/>
          </p:cNvSpPr>
          <p:nvPr>
            <p:ph type="sldNum" sz="quarter" idx="10"/>
          </p:nvPr>
        </p:nvSpPr>
        <p:spPr/>
        <p:txBody>
          <a:bodyPr/>
          <a:lstStyle/>
          <a:p>
            <a:fld id="{53D469F6-E116-410D-B02D-D5965FD57765}" type="slidenum">
              <a:rPr lang="de-CH" altLang="de-DE" smtClean="0"/>
              <a:pPr/>
              <a:t>26</a:t>
            </a:fld>
            <a:endParaRPr lang="de-CH" altLang="de-DE"/>
          </a:p>
        </p:txBody>
      </p:sp>
    </p:spTree>
    <p:extLst>
      <p:ext uri="{BB962C8B-B14F-4D97-AF65-F5344CB8AC3E}">
        <p14:creationId xmlns:p14="http://schemas.microsoft.com/office/powerpoint/2010/main" val="10021881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53D469F6-E116-410D-B02D-D5965FD57765}" type="slidenum">
              <a:rPr lang="de-CH" altLang="de-DE" smtClean="0"/>
              <a:pPr/>
              <a:t>27</a:t>
            </a:fld>
            <a:endParaRPr lang="de-CH" altLang="de-DE"/>
          </a:p>
        </p:txBody>
      </p:sp>
    </p:spTree>
    <p:extLst>
      <p:ext uri="{BB962C8B-B14F-4D97-AF65-F5344CB8AC3E}">
        <p14:creationId xmlns:p14="http://schemas.microsoft.com/office/powerpoint/2010/main" val="7292673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The firewall ensures security in the network because it is the central point that all data packets must pass through in the ideal case. It is a security system that protects a network or a single computer from unwanted access via data lines from outside, especially from the Internet. It controls all connections and blocks unauthorized access. Firewalls restrict communication between different networks or from/to individual systems based on defined firewall rules. Possible basic information with which the firewall rules can be set to </a:t>
            </a:r>
            <a:r>
              <a:rPr lang="en-US" sz="1200" kern="1200" dirty="0" err="1" smtClean="0">
                <a:solidFill>
                  <a:schemeClr val="tx1"/>
                </a:solidFill>
                <a:effectLst/>
                <a:latin typeface="Arial" charset="0"/>
                <a:ea typeface="+mn-ea"/>
                <a:cs typeface="+mn-cs"/>
              </a:rPr>
              <a:t>deﬁniert</a:t>
            </a:r>
            <a:r>
              <a:rPr lang="en-US" sz="1200" kern="1200" dirty="0" smtClean="0">
                <a:solidFill>
                  <a:schemeClr val="tx1"/>
                </a:solidFill>
                <a:effectLst/>
                <a:latin typeface="Arial" charset="0"/>
                <a:ea typeface="+mn-ea"/>
                <a:cs typeface="+mn-cs"/>
              </a:rPr>
              <a:t> includes the IP addresses of sender and recipient, port numbers and network protocols. Personal or desktop firewalls are simply software installed locally on the computer or laptop that protects a single system from unwanted access from the network. In the case of an external firewall </a:t>
            </a:r>
            <a:r>
              <a:rPr lang="en-US" sz="1200" kern="1200" dirty="0" err="1" smtClean="0">
                <a:solidFill>
                  <a:schemeClr val="tx1"/>
                </a:solidFill>
                <a:effectLst/>
                <a:latin typeface="Arial" charset="0"/>
                <a:ea typeface="+mn-ea"/>
                <a:cs typeface="+mn-cs"/>
              </a:rPr>
              <a:t>beﬁndet</a:t>
            </a:r>
            <a:r>
              <a:rPr lang="en-US" sz="1200" kern="1200" dirty="0" smtClean="0">
                <a:solidFill>
                  <a:schemeClr val="tx1"/>
                </a:solidFill>
                <a:effectLst/>
                <a:latin typeface="Arial" charset="0"/>
                <a:ea typeface="+mn-ea"/>
                <a:cs typeface="+mn-cs"/>
              </a:rPr>
              <a:t>, the firewall software does not install itself on the systems to be protected, but on a separate network device that separates the system to be protected from the public network, for example. As shown in the figure, this is usually located between the Internet router and the switch that connects the internal network devices.</a:t>
            </a:r>
            <a:endParaRPr lang="en-US" sz="1200" kern="1200" dirty="0">
              <a:solidFill>
                <a:schemeClr val="tx1"/>
              </a:solidFill>
              <a:effectLst/>
              <a:latin typeface="Arial" charset="0"/>
              <a:ea typeface="+mn-ea"/>
              <a:cs typeface="+mn-cs"/>
            </a:endParaRPr>
          </a:p>
        </p:txBody>
      </p:sp>
      <p:sp>
        <p:nvSpPr>
          <p:cNvPr id="4" name="Foliennummernplatzhalter 3"/>
          <p:cNvSpPr>
            <a:spLocks noGrp="1"/>
          </p:cNvSpPr>
          <p:nvPr>
            <p:ph type="sldNum" sz="quarter" idx="10"/>
          </p:nvPr>
        </p:nvSpPr>
        <p:spPr/>
        <p:txBody>
          <a:bodyPr/>
          <a:lstStyle/>
          <a:p>
            <a:fld id="{53D469F6-E116-410D-B02D-D5965FD57765}" type="slidenum">
              <a:rPr lang="de-CH" altLang="de-DE" smtClean="0"/>
              <a:pPr/>
              <a:t>28</a:t>
            </a:fld>
            <a:endParaRPr lang="de-CH" altLang="de-DE"/>
          </a:p>
        </p:txBody>
      </p:sp>
    </p:spTree>
    <p:extLst>
      <p:ext uri="{BB962C8B-B14F-4D97-AF65-F5344CB8AC3E}">
        <p14:creationId xmlns:p14="http://schemas.microsoft.com/office/powerpoint/2010/main" val="6439335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53D469F6-E116-410D-B02D-D5965FD57765}" type="slidenum">
              <a:rPr lang="de-CH" altLang="de-DE" smtClean="0"/>
              <a:pPr/>
              <a:t>29</a:t>
            </a:fld>
            <a:endParaRPr lang="de-CH" altLang="de-DE"/>
          </a:p>
        </p:txBody>
      </p:sp>
    </p:spTree>
    <p:extLst>
      <p:ext uri="{BB962C8B-B14F-4D97-AF65-F5344CB8AC3E}">
        <p14:creationId xmlns:p14="http://schemas.microsoft.com/office/powerpoint/2010/main" val="33076762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The Domain Name System (DNS) is one of the most important services in many IP-based networks. Its main task is to answer requests for name resolution. </a:t>
            </a:r>
          </a:p>
          <a:p>
            <a:r>
              <a:rPr lang="en-US" dirty="0" smtClean="0"/>
              <a:t>The DNS works similar to a directory enquiry service. The user knows the domain (the name of a computer on the Internet that people can remember) - for example </a:t>
            </a:r>
            <a:r>
              <a:rPr lang="en-US" dirty="0" err="1" smtClean="0"/>
              <a:t>example</a:t>
            </a:r>
            <a:r>
              <a:rPr lang="en-US" dirty="0" smtClean="0"/>
              <a:t> example.org. He sends this as a request to the Internet. The domain is then converted there by the DNS into the corresponding IP address (the "connection number" in the Internet) - for example, an IP address of the form 192.0.2.42 and thus leads to the correct computer.</a:t>
            </a:r>
            <a:endParaRPr lang="en-US" dirty="0"/>
          </a:p>
        </p:txBody>
      </p:sp>
      <p:sp>
        <p:nvSpPr>
          <p:cNvPr id="4" name="Foliennummernplatzhalter 3"/>
          <p:cNvSpPr>
            <a:spLocks noGrp="1"/>
          </p:cNvSpPr>
          <p:nvPr>
            <p:ph type="sldNum" sz="quarter" idx="10"/>
          </p:nvPr>
        </p:nvSpPr>
        <p:spPr/>
        <p:txBody>
          <a:bodyPr/>
          <a:lstStyle/>
          <a:p>
            <a:fld id="{53D469F6-E116-410D-B02D-D5965FD57765}" type="slidenum">
              <a:rPr lang="de-CH" altLang="de-DE" smtClean="0"/>
              <a:pPr/>
              <a:t>30</a:t>
            </a:fld>
            <a:endParaRPr lang="de-CH" altLang="de-DE"/>
          </a:p>
        </p:txBody>
      </p:sp>
    </p:spTree>
    <p:extLst>
      <p:ext uri="{BB962C8B-B14F-4D97-AF65-F5344CB8AC3E}">
        <p14:creationId xmlns:p14="http://schemas.microsoft.com/office/powerpoint/2010/main" val="33990986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The TCP/IP reference model was developed in 1970 by the Department of Defense (DoD) of the USA. It is also known as the DoD layer model. The communication tasks were divided into four consecutive layers. Each layer determines what it has to do. These requirements must be met by communication protocols. The concrete implementation is not predefined and can be different. Therefore, there are numerous protocols for each of the four layers.</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The application layer includes all protocols that work together with application programs.</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The transport layer enables end-to-end communication. The most important protocol of this layer is the Transmission Control Protocol (TCP), which establishes connections between two network participants for the reliable transmission of data streams. However, unreliable protocols such as the User Datagram Protocol (UDP) also belong in this layer.</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The Internet layer is responsible for packet forwarding and routing. The task of this layer is to determine the next intermediate destination for a received packet and to forward the packet there. The core of this layer is the Internet Protocol (IP) version 4 or 6, which provides a packet delivery service. The Internet layer corresponds to the Network Layer of the ISO/OSI reference model.</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The link layer is specified in the TCP/IP reference model, but does not contain protocols of the TCP/IP family. Rather, it is to be understood as a placeholder for various techniques for point-to-point data transmission. The Internet protocols were developed with the aim of interconnecting different subnets. Therefore, the host-to-net layer can be filled in using protocols such as Ethernet, FDDI, PPP (point-to-point connection) or 802.11 (WLAN). The link layer corresponds to the data link and physical layer of the ISO/OSI reference model.</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dirty="0" smtClean="0">
                <a:solidFill>
                  <a:schemeClr val="tx1"/>
                </a:solidFill>
                <a:effectLst/>
                <a:latin typeface="Arial" charset="0"/>
                <a:ea typeface="+mn-ea"/>
                <a:cs typeface="+mn-cs"/>
              </a:rPr>
              <a:t>Each layer adds additional information to a message as a header. Some protocols (e.g. Ethernet) add not only a header but also a trailer to the end of the message in the link layer. Headers (and trailers) are evaluated at the receiver on the same layer.</a:t>
            </a:r>
            <a:endParaRPr lang="de-CH" sz="1200" kern="1200" dirty="0" smtClean="0">
              <a:solidFill>
                <a:schemeClr val="tx1"/>
              </a:solidFill>
              <a:effectLst/>
              <a:latin typeface="Arial" charset="0"/>
              <a:ea typeface="+mn-ea"/>
              <a:cs typeface="+mn-cs"/>
            </a:endParaRPr>
          </a:p>
          <a:p>
            <a:endParaRPr lang="en-US" dirty="0"/>
          </a:p>
        </p:txBody>
      </p:sp>
      <p:sp>
        <p:nvSpPr>
          <p:cNvPr id="4" name="Foliennummernplatzhalter 3"/>
          <p:cNvSpPr>
            <a:spLocks noGrp="1"/>
          </p:cNvSpPr>
          <p:nvPr>
            <p:ph type="sldNum" sz="quarter" idx="10"/>
          </p:nvPr>
        </p:nvSpPr>
        <p:spPr/>
        <p:txBody>
          <a:bodyPr/>
          <a:lstStyle/>
          <a:p>
            <a:fld id="{53D469F6-E116-410D-B02D-D5965FD57765}" type="slidenum">
              <a:rPr lang="de-CH" altLang="de-DE" smtClean="0"/>
              <a:pPr/>
              <a:t>35</a:t>
            </a:fld>
            <a:endParaRPr lang="de-CH" altLang="de-DE"/>
          </a:p>
        </p:txBody>
      </p:sp>
    </p:spTree>
    <p:extLst>
      <p:ext uri="{BB962C8B-B14F-4D97-AF65-F5344CB8AC3E}">
        <p14:creationId xmlns:p14="http://schemas.microsoft.com/office/powerpoint/2010/main" val="34366244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kern="1200" dirty="0" smtClean="0">
                <a:solidFill>
                  <a:schemeClr val="tx1"/>
                </a:solidFill>
                <a:effectLst/>
                <a:latin typeface="Arial" charset="0"/>
                <a:ea typeface="+mn-ea"/>
                <a:cs typeface="+mn-cs"/>
              </a:rPr>
              <a:t>The application layer gives the applications access to the network. The actual application process lies above the layer and is not covered by the OSI model. Protocols on the application layer are for example HTTP, SMTP, Telnet, DNS, FTP, LDAP, NFS, NTP or SIP.</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The presentation layer converts the system-dependent representation of the data (e.g. binary or integer) into an independent form and thus enables syntactically correct data exchange between different systems. Tasks such as data compression and encryption are also part of the presentation layer. If necessary, the Presentation Layer acts as a translator between different data formats by using a standardized syntax such as ASN.1 or XML.</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The Session Layer provides process communication between systems. To resolve session breakdowns and similar problems, the Session Layer provides services for organized and synchronized data exchange. </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The transport layer provides segmentation of data packets, congestion avoidance, optional error protection and error correction. The transport layer is the lowest layer that provides complete end-to-end communication between sender and receiver. </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The network layer provides for the switching of connections in connection-oriented services and for the forwarding of data packets in connectionless services. In both cases, data transmission takes place over the entire communications network and includes routing between the network nodes. </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The Data Link Layer ensures reliable, largely error-free transmission and regulates access to the transmission medium. This is achieved by dividing the bit data stream into blocks (frames) and adding packet numbers and checksums. Erroneous, falsified or lost blocks can be requested again by the receiver through acknowledgement and repetition mechanisms. </a:t>
            </a:r>
          </a:p>
          <a:p>
            <a:endParaRPr lang="en-US" sz="1200" kern="1200" dirty="0" smtClean="0">
              <a:solidFill>
                <a:schemeClr val="tx1"/>
              </a:solidFill>
              <a:effectLst/>
              <a:latin typeface="Arial" charset="0"/>
              <a:ea typeface="+mn-ea"/>
              <a:cs typeface="+mn-cs"/>
            </a:endParaRPr>
          </a:p>
          <a:p>
            <a:r>
              <a:rPr lang="en-US" sz="1200" kern="1200" dirty="0" smtClean="0">
                <a:solidFill>
                  <a:schemeClr val="tx1"/>
                </a:solidFill>
                <a:effectLst/>
                <a:latin typeface="Arial" charset="0"/>
                <a:ea typeface="+mn-ea"/>
                <a:cs typeface="+mn-cs"/>
              </a:rPr>
              <a:t>The physical layer provides mechanical, electrical and other functional tools to activate or deactivate physical connections, maintain them and transmit bits over them. These can be electrical signals, optical signals (optical waveguides, lasers), electromagnetic waves (wireless networks) or sound.</a:t>
            </a:r>
            <a:endParaRPr lang="en-US" dirty="0"/>
          </a:p>
        </p:txBody>
      </p:sp>
      <p:sp>
        <p:nvSpPr>
          <p:cNvPr id="4" name="Foliennummernplatzhalter 3"/>
          <p:cNvSpPr>
            <a:spLocks noGrp="1"/>
          </p:cNvSpPr>
          <p:nvPr>
            <p:ph type="sldNum" sz="quarter" idx="10"/>
          </p:nvPr>
        </p:nvSpPr>
        <p:spPr/>
        <p:txBody>
          <a:bodyPr/>
          <a:lstStyle/>
          <a:p>
            <a:fld id="{53D469F6-E116-410D-B02D-D5965FD57765}" type="slidenum">
              <a:rPr lang="de-CH" altLang="de-DE" smtClean="0"/>
              <a:pPr/>
              <a:t>36</a:t>
            </a:fld>
            <a:endParaRPr lang="de-CH" altLang="de-DE"/>
          </a:p>
        </p:txBody>
      </p:sp>
    </p:spTree>
    <p:extLst>
      <p:ext uri="{BB962C8B-B14F-4D97-AF65-F5344CB8AC3E}">
        <p14:creationId xmlns:p14="http://schemas.microsoft.com/office/powerpoint/2010/main" val="29346191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53D469F6-E116-410D-B02D-D5965FD57765}" type="slidenum">
              <a:rPr lang="de-CH" altLang="de-DE" smtClean="0"/>
              <a:pPr/>
              <a:t>37</a:t>
            </a:fld>
            <a:endParaRPr lang="de-CH" altLang="de-DE"/>
          </a:p>
        </p:txBody>
      </p:sp>
    </p:spTree>
    <p:extLst>
      <p:ext uri="{BB962C8B-B14F-4D97-AF65-F5344CB8AC3E}">
        <p14:creationId xmlns:p14="http://schemas.microsoft.com/office/powerpoint/2010/main" val="536199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CH" noProof="0" dirty="0"/>
          </a:p>
        </p:txBody>
      </p:sp>
      <p:sp>
        <p:nvSpPr>
          <p:cNvPr id="4" name="Foliennummernplatzhalter 3"/>
          <p:cNvSpPr>
            <a:spLocks noGrp="1"/>
          </p:cNvSpPr>
          <p:nvPr>
            <p:ph type="sldNum" sz="quarter" idx="10"/>
          </p:nvPr>
        </p:nvSpPr>
        <p:spPr/>
        <p:txBody>
          <a:bodyPr/>
          <a:lstStyle/>
          <a:p>
            <a:fld id="{DCCD172A-F824-43EA-8739-682F390CEC35}" type="slidenum">
              <a:rPr lang="de-CH" smtClean="0"/>
              <a:pPr/>
              <a:t>41</a:t>
            </a:fld>
            <a:endParaRPr lang="de-CH"/>
          </a:p>
        </p:txBody>
      </p:sp>
    </p:spTree>
    <p:extLst>
      <p:ext uri="{BB962C8B-B14F-4D97-AF65-F5344CB8AC3E}">
        <p14:creationId xmlns:p14="http://schemas.microsoft.com/office/powerpoint/2010/main" val="1554735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themeOverride" Target="../theme/themeOverride1.xml"/><Relationship Id="rId6" Type="http://schemas.openxmlformats.org/officeDocument/2006/relationships/image" Target="../media/image2.emf"/><Relationship Id="rId5" Type="http://schemas.openxmlformats.org/officeDocument/2006/relationships/slideMaster" Target="../slideMasters/slideMaster1.xml"/><Relationship Id="rId4" Type="http://schemas.openxmlformats.org/officeDocument/2006/relationships/tags" Target="../tags/tag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801688" y="2347913"/>
            <a:ext cx="9088437" cy="1620837"/>
          </a:xfrm>
        </p:spPr>
        <p:txBody>
          <a:bodyPr/>
          <a:lstStyle/>
          <a:p>
            <a:r>
              <a:rPr lang="de-DE" smtClean="0"/>
              <a:t>Titelmasterformat durch Klicken bearbeiten</a:t>
            </a:r>
            <a:endParaRPr lang="de-CH"/>
          </a:p>
        </p:txBody>
      </p:sp>
      <p:sp>
        <p:nvSpPr>
          <p:cNvPr id="3" name="Untertitel 2"/>
          <p:cNvSpPr>
            <a:spLocks noGrp="1"/>
          </p:cNvSpPr>
          <p:nvPr>
            <p:ph type="subTitle" idx="1"/>
          </p:nvPr>
        </p:nvSpPr>
        <p:spPr>
          <a:xfrm>
            <a:off x="1603375" y="4283075"/>
            <a:ext cx="7485063" cy="193198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de-DE" smtClean="0"/>
              <a:t>Formatvorlage des Untertitelmasters durch Klicken bearbeiten</a:t>
            </a:r>
            <a:endParaRPr lang="de-CH"/>
          </a:p>
        </p:txBody>
      </p:sp>
      <p:sp>
        <p:nvSpPr>
          <p:cNvPr id="4" name="Datumsplatzhalter 3"/>
          <p:cNvSpPr>
            <a:spLocks noGrp="1"/>
          </p:cNvSpPr>
          <p:nvPr>
            <p:ph type="dt" sz="half" idx="10"/>
          </p:nvPr>
        </p:nvSpPr>
        <p:spPr/>
        <p:txBody>
          <a:bodyPr/>
          <a:lstStyle>
            <a:lvl1pPr>
              <a:defRPr/>
            </a:lvl1p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lvl1pPr>
              <a:defRPr/>
            </a:lvl1p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lvl1pPr>
              <a:defRPr/>
            </a:lvl1pPr>
          </a:lstStyle>
          <a:p>
            <a:fld id="{14442B2C-5B00-4A7B-9AC3-29640A11C646}" type="slidenum">
              <a:rPr lang="en-US" altLang="de-DE"/>
              <a:pPr/>
              <a:t>‹Nr.›</a:t>
            </a:fld>
            <a:endParaRPr lang="en-US" altLang="de-DE"/>
          </a:p>
        </p:txBody>
      </p:sp>
    </p:spTree>
    <p:extLst>
      <p:ext uri="{BB962C8B-B14F-4D97-AF65-F5344CB8AC3E}">
        <p14:creationId xmlns:p14="http://schemas.microsoft.com/office/powerpoint/2010/main" val="2202371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CH"/>
          </a:p>
        </p:txBody>
      </p:sp>
      <p:sp>
        <p:nvSpPr>
          <p:cNvPr id="3" name="Inhaltsplatzhalter 2"/>
          <p:cNvSpPr>
            <a:spLocks noGrp="1"/>
          </p:cNvSpPr>
          <p:nvPr>
            <p:ph idx="1"/>
          </p:nvPr>
        </p:nvSpPr>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CH"/>
          </a:p>
        </p:txBody>
      </p:sp>
      <p:sp>
        <p:nvSpPr>
          <p:cNvPr id="4" name="Datumsplatzhalter 3"/>
          <p:cNvSpPr>
            <a:spLocks noGrp="1"/>
          </p:cNvSpPr>
          <p:nvPr>
            <p:ph type="dt" sz="half" idx="10"/>
          </p:nvPr>
        </p:nvSpPr>
        <p:spPr/>
        <p:txBody>
          <a:bodyPr/>
          <a:lstStyle>
            <a:lvl1pPr>
              <a:defRPr/>
            </a:lvl1p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lvl1pPr>
              <a:defRPr/>
            </a:lvl1p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lvl1pPr>
              <a:defRPr/>
            </a:lvl1pPr>
          </a:lstStyle>
          <a:p>
            <a:fld id="{82622E35-BF26-453E-B2A7-6B28F7C4D543}" type="slidenum">
              <a:rPr lang="en-US" altLang="de-DE"/>
              <a:pPr/>
              <a:t>‹Nr.›</a:t>
            </a:fld>
            <a:endParaRPr lang="en-US" altLang="de-DE"/>
          </a:p>
        </p:txBody>
      </p:sp>
    </p:spTree>
    <p:extLst>
      <p:ext uri="{BB962C8B-B14F-4D97-AF65-F5344CB8AC3E}">
        <p14:creationId xmlns:p14="http://schemas.microsoft.com/office/powerpoint/2010/main" val="2099179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44550" y="4857750"/>
            <a:ext cx="9088438" cy="1501775"/>
          </a:xfrm>
        </p:spPr>
        <p:txBody>
          <a:bodyPr/>
          <a:lstStyle>
            <a:lvl1pPr algn="l">
              <a:defRPr sz="4000" b="1" cap="all"/>
            </a:lvl1pPr>
          </a:lstStyle>
          <a:p>
            <a:r>
              <a:rPr lang="de-DE" smtClean="0"/>
              <a:t>Titelmasterformat durch Klicken bearbeiten</a:t>
            </a:r>
            <a:endParaRPr lang="de-CH"/>
          </a:p>
        </p:txBody>
      </p:sp>
      <p:sp>
        <p:nvSpPr>
          <p:cNvPr id="3" name="Textplatzhalter 2"/>
          <p:cNvSpPr>
            <a:spLocks noGrp="1"/>
          </p:cNvSpPr>
          <p:nvPr>
            <p:ph type="body" idx="1"/>
          </p:nvPr>
        </p:nvSpPr>
        <p:spPr>
          <a:xfrm>
            <a:off x="844550" y="3203575"/>
            <a:ext cx="9088438" cy="16541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de-DE" smtClean="0"/>
              <a:t>Textmasterformat bearbeiten</a:t>
            </a:r>
          </a:p>
        </p:txBody>
      </p:sp>
      <p:sp>
        <p:nvSpPr>
          <p:cNvPr id="4" name="Datumsplatzhalter 3"/>
          <p:cNvSpPr>
            <a:spLocks noGrp="1"/>
          </p:cNvSpPr>
          <p:nvPr>
            <p:ph type="dt" sz="half" idx="10"/>
          </p:nvPr>
        </p:nvSpPr>
        <p:spPr/>
        <p:txBody>
          <a:bodyPr/>
          <a:lstStyle>
            <a:lvl1pPr>
              <a:defRPr/>
            </a:lvl1p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lvl1pPr>
              <a:defRPr/>
            </a:lvl1p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lvl1pPr>
              <a:defRPr/>
            </a:lvl1pPr>
          </a:lstStyle>
          <a:p>
            <a:fld id="{DCE024D3-D516-49C5-88A0-E8638B88FD56}" type="slidenum">
              <a:rPr lang="en-US" altLang="de-DE"/>
              <a:pPr/>
              <a:t>‹Nr.›</a:t>
            </a:fld>
            <a:endParaRPr lang="en-US" altLang="de-DE"/>
          </a:p>
        </p:txBody>
      </p:sp>
    </p:spTree>
    <p:extLst>
      <p:ext uri="{BB962C8B-B14F-4D97-AF65-F5344CB8AC3E}">
        <p14:creationId xmlns:p14="http://schemas.microsoft.com/office/powerpoint/2010/main" val="1477031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CH"/>
          </a:p>
        </p:txBody>
      </p:sp>
      <p:sp>
        <p:nvSpPr>
          <p:cNvPr id="3" name="Inhaltsplatzhalter 2"/>
          <p:cNvSpPr>
            <a:spLocks noGrp="1"/>
          </p:cNvSpPr>
          <p:nvPr>
            <p:ph sz="half" idx="1"/>
          </p:nvPr>
        </p:nvSpPr>
        <p:spPr>
          <a:xfrm>
            <a:off x="485775" y="2038350"/>
            <a:ext cx="4687888" cy="46704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CH"/>
          </a:p>
        </p:txBody>
      </p:sp>
      <p:sp>
        <p:nvSpPr>
          <p:cNvPr id="4" name="Inhaltsplatzhalter 3"/>
          <p:cNvSpPr>
            <a:spLocks noGrp="1"/>
          </p:cNvSpPr>
          <p:nvPr>
            <p:ph sz="half" idx="2"/>
          </p:nvPr>
        </p:nvSpPr>
        <p:spPr>
          <a:xfrm>
            <a:off x="5326063" y="2038350"/>
            <a:ext cx="4689475" cy="46704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CH"/>
          </a:p>
        </p:txBody>
      </p:sp>
      <p:sp>
        <p:nvSpPr>
          <p:cNvPr id="5" name="Datumsplatzhalter 4"/>
          <p:cNvSpPr>
            <a:spLocks noGrp="1"/>
          </p:cNvSpPr>
          <p:nvPr>
            <p:ph type="dt" sz="half" idx="10"/>
          </p:nvPr>
        </p:nvSpPr>
        <p:spPr/>
        <p:txBody>
          <a:bodyPr/>
          <a:lstStyle>
            <a:lvl1pPr>
              <a:defRPr/>
            </a:lvl1pPr>
          </a:lstStyle>
          <a:p>
            <a:r>
              <a:rPr lang="en-US" altLang="de-DE" dirty="0" smtClean="0"/>
              <a:t>2019</a:t>
            </a:r>
            <a:endParaRPr lang="en-US" altLang="de-DE" dirty="0"/>
          </a:p>
        </p:txBody>
      </p:sp>
      <p:sp>
        <p:nvSpPr>
          <p:cNvPr id="6" name="Fußzeilenplatzhalter 5"/>
          <p:cNvSpPr>
            <a:spLocks noGrp="1"/>
          </p:cNvSpPr>
          <p:nvPr>
            <p:ph type="ftr" sz="quarter" idx="11"/>
          </p:nvPr>
        </p:nvSpPr>
        <p:spPr/>
        <p:txBody>
          <a:bodyPr/>
          <a:lstStyle>
            <a:lvl1pPr>
              <a:defRPr/>
            </a:lvl1pPr>
          </a:lstStyle>
          <a:p>
            <a:r>
              <a:rPr lang="en-US" altLang="de-DE" dirty="0" smtClean="0"/>
              <a:t>Bus Basics B1 - IT Basics</a:t>
            </a:r>
            <a:endParaRPr lang="en-US" altLang="de-DE" dirty="0"/>
          </a:p>
        </p:txBody>
      </p:sp>
      <p:sp>
        <p:nvSpPr>
          <p:cNvPr id="7" name="Foliennummernplatzhalter 6"/>
          <p:cNvSpPr>
            <a:spLocks noGrp="1"/>
          </p:cNvSpPr>
          <p:nvPr>
            <p:ph type="sldNum" sz="quarter" idx="12"/>
          </p:nvPr>
        </p:nvSpPr>
        <p:spPr/>
        <p:txBody>
          <a:bodyPr/>
          <a:lstStyle>
            <a:lvl1pPr>
              <a:defRPr/>
            </a:lvl1pPr>
          </a:lstStyle>
          <a:p>
            <a:fld id="{3F8C3589-8DE8-4160-ABB7-E579584EC3B5}" type="slidenum">
              <a:rPr lang="en-US" altLang="de-DE"/>
              <a:pPr/>
              <a:t>‹Nr.›</a:t>
            </a:fld>
            <a:endParaRPr lang="en-US" altLang="de-DE"/>
          </a:p>
        </p:txBody>
      </p:sp>
    </p:spTree>
    <p:extLst>
      <p:ext uri="{BB962C8B-B14F-4D97-AF65-F5344CB8AC3E}">
        <p14:creationId xmlns:p14="http://schemas.microsoft.com/office/powerpoint/2010/main" val="182333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534988" y="303213"/>
            <a:ext cx="9621837" cy="1258887"/>
          </a:xfrm>
        </p:spPr>
        <p:txBody>
          <a:bodyPr/>
          <a:lstStyle>
            <a:lvl1pPr>
              <a:defRPr/>
            </a:lvl1pPr>
          </a:lstStyle>
          <a:p>
            <a:r>
              <a:rPr lang="de-DE" smtClean="0"/>
              <a:t>Titelmasterformat durch Klicken bearbeiten</a:t>
            </a:r>
            <a:endParaRPr lang="de-CH"/>
          </a:p>
        </p:txBody>
      </p:sp>
      <p:sp>
        <p:nvSpPr>
          <p:cNvPr id="3" name="Textplatzhalter 2"/>
          <p:cNvSpPr>
            <a:spLocks noGrp="1"/>
          </p:cNvSpPr>
          <p:nvPr>
            <p:ph type="body" idx="1"/>
          </p:nvPr>
        </p:nvSpPr>
        <p:spPr>
          <a:xfrm>
            <a:off x="534988" y="1692275"/>
            <a:ext cx="4724400"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4" name="Inhaltsplatzhalter 3"/>
          <p:cNvSpPr>
            <a:spLocks noGrp="1"/>
          </p:cNvSpPr>
          <p:nvPr>
            <p:ph sz="half" idx="2"/>
          </p:nvPr>
        </p:nvSpPr>
        <p:spPr>
          <a:xfrm>
            <a:off x="534988" y="2397125"/>
            <a:ext cx="4724400"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CH"/>
          </a:p>
        </p:txBody>
      </p:sp>
      <p:sp>
        <p:nvSpPr>
          <p:cNvPr id="5" name="Textplatzhalter 4"/>
          <p:cNvSpPr>
            <a:spLocks noGrp="1"/>
          </p:cNvSpPr>
          <p:nvPr>
            <p:ph type="body" sz="quarter" idx="3"/>
          </p:nvPr>
        </p:nvSpPr>
        <p:spPr>
          <a:xfrm>
            <a:off x="5430838" y="1692275"/>
            <a:ext cx="4725987"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6" name="Inhaltsplatzhalter 5"/>
          <p:cNvSpPr>
            <a:spLocks noGrp="1"/>
          </p:cNvSpPr>
          <p:nvPr>
            <p:ph sz="quarter" idx="4"/>
          </p:nvPr>
        </p:nvSpPr>
        <p:spPr>
          <a:xfrm>
            <a:off x="5430838" y="2397125"/>
            <a:ext cx="4725987"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CH"/>
          </a:p>
        </p:txBody>
      </p:sp>
      <p:sp>
        <p:nvSpPr>
          <p:cNvPr id="7" name="Datumsplatzhalter 6"/>
          <p:cNvSpPr>
            <a:spLocks noGrp="1"/>
          </p:cNvSpPr>
          <p:nvPr>
            <p:ph type="dt" sz="half" idx="10"/>
          </p:nvPr>
        </p:nvSpPr>
        <p:spPr/>
        <p:txBody>
          <a:bodyPr/>
          <a:lstStyle>
            <a:lvl1pPr>
              <a:defRPr/>
            </a:lvl1pPr>
          </a:lstStyle>
          <a:p>
            <a:r>
              <a:rPr lang="en-US" altLang="de-DE" dirty="0" smtClean="0"/>
              <a:t>2019</a:t>
            </a:r>
            <a:endParaRPr lang="en-US" altLang="de-DE" dirty="0"/>
          </a:p>
        </p:txBody>
      </p:sp>
      <p:sp>
        <p:nvSpPr>
          <p:cNvPr id="8" name="Fußzeilenplatzhalter 7"/>
          <p:cNvSpPr>
            <a:spLocks noGrp="1"/>
          </p:cNvSpPr>
          <p:nvPr>
            <p:ph type="ftr" sz="quarter" idx="11"/>
          </p:nvPr>
        </p:nvSpPr>
        <p:spPr/>
        <p:txBody>
          <a:bodyPr/>
          <a:lstStyle>
            <a:lvl1pPr>
              <a:defRPr/>
            </a:lvl1pPr>
          </a:lstStyle>
          <a:p>
            <a:r>
              <a:rPr lang="en-US" altLang="de-DE" dirty="0" smtClean="0"/>
              <a:t>Bus Basics B1 - IT Basics</a:t>
            </a:r>
            <a:endParaRPr lang="en-US" altLang="de-DE" dirty="0"/>
          </a:p>
        </p:txBody>
      </p:sp>
      <p:sp>
        <p:nvSpPr>
          <p:cNvPr id="9" name="Foliennummernplatzhalter 8"/>
          <p:cNvSpPr>
            <a:spLocks noGrp="1"/>
          </p:cNvSpPr>
          <p:nvPr>
            <p:ph type="sldNum" sz="quarter" idx="12"/>
          </p:nvPr>
        </p:nvSpPr>
        <p:spPr/>
        <p:txBody>
          <a:bodyPr/>
          <a:lstStyle>
            <a:lvl1pPr>
              <a:defRPr/>
            </a:lvl1pPr>
          </a:lstStyle>
          <a:p>
            <a:fld id="{16D8D874-6B73-48F5-8E6D-F5A4D938917F}" type="slidenum">
              <a:rPr lang="en-US" altLang="de-DE"/>
              <a:pPr/>
              <a:t>‹Nr.›</a:t>
            </a:fld>
            <a:endParaRPr lang="en-US" altLang="de-DE"/>
          </a:p>
        </p:txBody>
      </p:sp>
    </p:spTree>
    <p:extLst>
      <p:ext uri="{BB962C8B-B14F-4D97-AF65-F5344CB8AC3E}">
        <p14:creationId xmlns:p14="http://schemas.microsoft.com/office/powerpoint/2010/main" val="11193493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CH"/>
          </a:p>
        </p:txBody>
      </p:sp>
      <p:sp>
        <p:nvSpPr>
          <p:cNvPr id="3" name="Datumsplatzhalter 2"/>
          <p:cNvSpPr>
            <a:spLocks noGrp="1"/>
          </p:cNvSpPr>
          <p:nvPr>
            <p:ph type="dt" sz="half" idx="10"/>
          </p:nvPr>
        </p:nvSpPr>
        <p:spPr/>
        <p:txBody>
          <a:bodyPr/>
          <a:lstStyle>
            <a:lvl1pPr>
              <a:defRPr/>
            </a:lvl1pPr>
          </a:lstStyle>
          <a:p>
            <a:r>
              <a:rPr lang="en-US" altLang="de-DE" dirty="0" smtClean="0"/>
              <a:t>2019</a:t>
            </a:r>
            <a:endParaRPr lang="en-US" altLang="de-DE" dirty="0"/>
          </a:p>
        </p:txBody>
      </p:sp>
      <p:sp>
        <p:nvSpPr>
          <p:cNvPr id="4" name="Fußzeilenplatzhalter 3"/>
          <p:cNvSpPr>
            <a:spLocks noGrp="1"/>
          </p:cNvSpPr>
          <p:nvPr>
            <p:ph type="ftr" sz="quarter" idx="11"/>
          </p:nvPr>
        </p:nvSpPr>
        <p:spPr/>
        <p:txBody>
          <a:bodyPr/>
          <a:lstStyle>
            <a:lvl1pPr>
              <a:defRPr/>
            </a:lvl1pPr>
          </a:lstStyle>
          <a:p>
            <a:r>
              <a:rPr lang="en-US" altLang="de-DE" dirty="0" smtClean="0"/>
              <a:t>Bus Basics B1 - IT Basics</a:t>
            </a:r>
            <a:endParaRPr lang="en-US" altLang="de-DE" dirty="0"/>
          </a:p>
        </p:txBody>
      </p:sp>
      <p:sp>
        <p:nvSpPr>
          <p:cNvPr id="5" name="Foliennummernplatzhalter 4"/>
          <p:cNvSpPr>
            <a:spLocks noGrp="1"/>
          </p:cNvSpPr>
          <p:nvPr>
            <p:ph type="sldNum" sz="quarter" idx="12"/>
          </p:nvPr>
        </p:nvSpPr>
        <p:spPr/>
        <p:txBody>
          <a:bodyPr/>
          <a:lstStyle>
            <a:lvl1pPr>
              <a:defRPr/>
            </a:lvl1pPr>
          </a:lstStyle>
          <a:p>
            <a:fld id="{827FC540-A50F-4AD3-BA77-527798B7F448}" type="slidenum">
              <a:rPr lang="en-US" altLang="de-DE"/>
              <a:pPr/>
              <a:t>‹Nr.›</a:t>
            </a:fld>
            <a:endParaRPr lang="en-US" altLang="de-DE"/>
          </a:p>
        </p:txBody>
      </p:sp>
    </p:spTree>
    <p:extLst>
      <p:ext uri="{BB962C8B-B14F-4D97-AF65-F5344CB8AC3E}">
        <p14:creationId xmlns:p14="http://schemas.microsoft.com/office/powerpoint/2010/main" val="12535988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lvl1pPr>
              <a:defRPr/>
            </a:lvl1pPr>
          </a:lstStyle>
          <a:p>
            <a:r>
              <a:rPr lang="en-US" altLang="de-DE" dirty="0" smtClean="0"/>
              <a:t>2019</a:t>
            </a:r>
            <a:endParaRPr lang="en-US" altLang="de-DE" dirty="0"/>
          </a:p>
        </p:txBody>
      </p:sp>
      <p:sp>
        <p:nvSpPr>
          <p:cNvPr id="3" name="Fußzeilenplatzhalter 2"/>
          <p:cNvSpPr>
            <a:spLocks noGrp="1"/>
          </p:cNvSpPr>
          <p:nvPr>
            <p:ph type="ftr" sz="quarter" idx="11"/>
          </p:nvPr>
        </p:nvSpPr>
        <p:spPr/>
        <p:txBody>
          <a:bodyPr/>
          <a:lstStyle>
            <a:lvl1pPr>
              <a:defRPr/>
            </a:lvl1pPr>
          </a:lstStyle>
          <a:p>
            <a:r>
              <a:rPr lang="en-US" altLang="de-DE" dirty="0" smtClean="0"/>
              <a:t>Bus Basics B1 - IT Basics</a:t>
            </a:r>
            <a:endParaRPr lang="en-US" altLang="de-DE" dirty="0"/>
          </a:p>
        </p:txBody>
      </p:sp>
      <p:sp>
        <p:nvSpPr>
          <p:cNvPr id="4" name="Foliennummernplatzhalter 3"/>
          <p:cNvSpPr>
            <a:spLocks noGrp="1"/>
          </p:cNvSpPr>
          <p:nvPr>
            <p:ph type="sldNum" sz="quarter" idx="12"/>
          </p:nvPr>
        </p:nvSpPr>
        <p:spPr/>
        <p:txBody>
          <a:bodyPr/>
          <a:lstStyle>
            <a:lvl1pPr>
              <a:defRPr/>
            </a:lvl1pPr>
          </a:lstStyle>
          <a:p>
            <a:fld id="{28F8F65B-50D7-4964-B5DD-3708CB8448BB}" type="slidenum">
              <a:rPr lang="en-US" altLang="de-DE"/>
              <a:pPr/>
              <a:t>‹Nr.›</a:t>
            </a:fld>
            <a:endParaRPr lang="en-US" altLang="de-DE"/>
          </a:p>
        </p:txBody>
      </p:sp>
    </p:spTree>
    <p:extLst>
      <p:ext uri="{BB962C8B-B14F-4D97-AF65-F5344CB8AC3E}">
        <p14:creationId xmlns:p14="http://schemas.microsoft.com/office/powerpoint/2010/main" val="1948427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534988" y="301625"/>
            <a:ext cx="3517900" cy="1279525"/>
          </a:xfrm>
        </p:spPr>
        <p:txBody>
          <a:bodyPr anchor="b"/>
          <a:lstStyle>
            <a:lvl1pPr algn="l">
              <a:defRPr sz="2000" b="1"/>
            </a:lvl1pPr>
          </a:lstStyle>
          <a:p>
            <a:r>
              <a:rPr lang="de-DE" smtClean="0"/>
              <a:t>Titelmasterformat durch Klicken bearbeiten</a:t>
            </a:r>
            <a:endParaRPr lang="de-CH"/>
          </a:p>
        </p:txBody>
      </p:sp>
      <p:sp>
        <p:nvSpPr>
          <p:cNvPr id="3" name="Inhaltsplatzhalter 2"/>
          <p:cNvSpPr>
            <a:spLocks noGrp="1"/>
          </p:cNvSpPr>
          <p:nvPr>
            <p:ph idx="1"/>
          </p:nvPr>
        </p:nvSpPr>
        <p:spPr>
          <a:xfrm>
            <a:off x="4179888" y="301625"/>
            <a:ext cx="5976937" cy="64516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CH"/>
          </a:p>
        </p:txBody>
      </p:sp>
      <p:sp>
        <p:nvSpPr>
          <p:cNvPr id="4" name="Textplatzhalter 3"/>
          <p:cNvSpPr>
            <a:spLocks noGrp="1"/>
          </p:cNvSpPr>
          <p:nvPr>
            <p:ph type="body" sz="half" idx="2"/>
          </p:nvPr>
        </p:nvSpPr>
        <p:spPr>
          <a:xfrm>
            <a:off x="534988" y="1581150"/>
            <a:ext cx="3517900" cy="51720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umsplatzhalter 4"/>
          <p:cNvSpPr>
            <a:spLocks noGrp="1"/>
          </p:cNvSpPr>
          <p:nvPr>
            <p:ph type="dt" sz="half" idx="10"/>
          </p:nvPr>
        </p:nvSpPr>
        <p:spPr/>
        <p:txBody>
          <a:bodyPr/>
          <a:lstStyle>
            <a:lvl1pPr>
              <a:defRPr/>
            </a:lvl1pPr>
          </a:lstStyle>
          <a:p>
            <a:r>
              <a:rPr lang="en-US" altLang="de-DE" dirty="0" smtClean="0"/>
              <a:t>2019</a:t>
            </a:r>
            <a:endParaRPr lang="en-US" altLang="de-DE" dirty="0"/>
          </a:p>
        </p:txBody>
      </p:sp>
      <p:sp>
        <p:nvSpPr>
          <p:cNvPr id="6" name="Fußzeilenplatzhalter 5"/>
          <p:cNvSpPr>
            <a:spLocks noGrp="1"/>
          </p:cNvSpPr>
          <p:nvPr>
            <p:ph type="ftr" sz="quarter" idx="11"/>
          </p:nvPr>
        </p:nvSpPr>
        <p:spPr/>
        <p:txBody>
          <a:bodyPr/>
          <a:lstStyle>
            <a:lvl1pPr>
              <a:defRPr/>
            </a:lvl1pPr>
          </a:lstStyle>
          <a:p>
            <a:r>
              <a:rPr lang="en-US" altLang="de-DE" dirty="0" smtClean="0"/>
              <a:t>Bus Basics B1 - IT Basics</a:t>
            </a:r>
            <a:endParaRPr lang="en-US" altLang="de-DE" dirty="0"/>
          </a:p>
        </p:txBody>
      </p:sp>
      <p:sp>
        <p:nvSpPr>
          <p:cNvPr id="7" name="Foliennummernplatzhalter 6"/>
          <p:cNvSpPr>
            <a:spLocks noGrp="1"/>
          </p:cNvSpPr>
          <p:nvPr>
            <p:ph type="sldNum" sz="quarter" idx="12"/>
          </p:nvPr>
        </p:nvSpPr>
        <p:spPr/>
        <p:txBody>
          <a:bodyPr/>
          <a:lstStyle>
            <a:lvl1pPr>
              <a:defRPr/>
            </a:lvl1pPr>
          </a:lstStyle>
          <a:p>
            <a:fld id="{1728410A-621A-4711-B10B-62142A7695D8}" type="slidenum">
              <a:rPr lang="en-US" altLang="de-DE"/>
              <a:pPr/>
              <a:t>‹Nr.›</a:t>
            </a:fld>
            <a:endParaRPr lang="en-US" altLang="de-DE"/>
          </a:p>
        </p:txBody>
      </p:sp>
    </p:spTree>
    <p:extLst>
      <p:ext uri="{BB962C8B-B14F-4D97-AF65-F5344CB8AC3E}">
        <p14:creationId xmlns:p14="http://schemas.microsoft.com/office/powerpoint/2010/main" val="590746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2095500" y="5291138"/>
            <a:ext cx="6415088" cy="625475"/>
          </a:xfrm>
        </p:spPr>
        <p:txBody>
          <a:bodyPr anchor="b"/>
          <a:lstStyle>
            <a:lvl1pPr algn="l">
              <a:defRPr sz="2000" b="1"/>
            </a:lvl1pPr>
          </a:lstStyle>
          <a:p>
            <a:r>
              <a:rPr lang="de-DE" smtClean="0"/>
              <a:t>Titelmasterformat durch Klicken bearbeiten</a:t>
            </a:r>
            <a:endParaRPr lang="de-CH"/>
          </a:p>
        </p:txBody>
      </p:sp>
      <p:sp>
        <p:nvSpPr>
          <p:cNvPr id="3" name="Bildplatzhalter 2"/>
          <p:cNvSpPr>
            <a:spLocks noGrp="1"/>
          </p:cNvSpPr>
          <p:nvPr>
            <p:ph type="pic" idx="1"/>
          </p:nvPr>
        </p:nvSpPr>
        <p:spPr>
          <a:xfrm>
            <a:off x="2095500" y="674688"/>
            <a:ext cx="6415088" cy="45370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smtClean="0"/>
              <a:t>Bild durch Klicken auf Symbol hinzufügen</a:t>
            </a:r>
            <a:endParaRPr lang="de-CH"/>
          </a:p>
        </p:txBody>
      </p:sp>
      <p:sp>
        <p:nvSpPr>
          <p:cNvPr id="4" name="Textplatzhalter 3"/>
          <p:cNvSpPr>
            <a:spLocks noGrp="1"/>
          </p:cNvSpPr>
          <p:nvPr>
            <p:ph type="body" sz="half" idx="2"/>
          </p:nvPr>
        </p:nvSpPr>
        <p:spPr>
          <a:xfrm>
            <a:off x="2095500" y="5916613"/>
            <a:ext cx="6415088" cy="887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umsplatzhalter 4"/>
          <p:cNvSpPr>
            <a:spLocks noGrp="1"/>
          </p:cNvSpPr>
          <p:nvPr>
            <p:ph type="dt" sz="half" idx="10"/>
          </p:nvPr>
        </p:nvSpPr>
        <p:spPr/>
        <p:txBody>
          <a:bodyPr/>
          <a:lstStyle>
            <a:lvl1pPr>
              <a:defRPr/>
            </a:lvl1pPr>
          </a:lstStyle>
          <a:p>
            <a:r>
              <a:rPr lang="en-US" altLang="de-DE" dirty="0" smtClean="0"/>
              <a:t>2019</a:t>
            </a:r>
            <a:endParaRPr lang="en-US" altLang="de-DE" dirty="0"/>
          </a:p>
        </p:txBody>
      </p:sp>
      <p:sp>
        <p:nvSpPr>
          <p:cNvPr id="6" name="Fußzeilenplatzhalter 5"/>
          <p:cNvSpPr>
            <a:spLocks noGrp="1"/>
          </p:cNvSpPr>
          <p:nvPr>
            <p:ph type="ftr" sz="quarter" idx="11"/>
          </p:nvPr>
        </p:nvSpPr>
        <p:spPr/>
        <p:txBody>
          <a:bodyPr/>
          <a:lstStyle>
            <a:lvl1pPr>
              <a:defRPr/>
            </a:lvl1pPr>
          </a:lstStyle>
          <a:p>
            <a:r>
              <a:rPr lang="en-US" altLang="de-DE" dirty="0" smtClean="0"/>
              <a:t>Bus Basics B1 - IT Basics</a:t>
            </a:r>
            <a:endParaRPr lang="en-US" altLang="de-DE" dirty="0"/>
          </a:p>
        </p:txBody>
      </p:sp>
      <p:sp>
        <p:nvSpPr>
          <p:cNvPr id="7" name="Foliennummernplatzhalter 6"/>
          <p:cNvSpPr>
            <a:spLocks noGrp="1"/>
          </p:cNvSpPr>
          <p:nvPr>
            <p:ph type="sldNum" sz="quarter" idx="12"/>
          </p:nvPr>
        </p:nvSpPr>
        <p:spPr/>
        <p:txBody>
          <a:bodyPr/>
          <a:lstStyle>
            <a:lvl1pPr>
              <a:defRPr/>
            </a:lvl1pPr>
          </a:lstStyle>
          <a:p>
            <a:fld id="{0C44A02F-FEA1-4F7B-B0EA-27EF1E0B9989}" type="slidenum">
              <a:rPr lang="en-US" altLang="de-DE"/>
              <a:pPr/>
              <a:t>‹Nr.›</a:t>
            </a:fld>
            <a:endParaRPr lang="en-US" altLang="de-DE"/>
          </a:p>
        </p:txBody>
      </p:sp>
    </p:spTree>
    <p:extLst>
      <p:ext uri="{BB962C8B-B14F-4D97-AF65-F5344CB8AC3E}">
        <p14:creationId xmlns:p14="http://schemas.microsoft.com/office/powerpoint/2010/main" val="140374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CH"/>
          </a:p>
        </p:txBody>
      </p:sp>
      <p:sp>
        <p:nvSpPr>
          <p:cNvPr id="3" name="Vertikaler Textplatzhalter 2"/>
          <p:cNvSpPr>
            <a:spLocks noGrp="1"/>
          </p:cNvSpPr>
          <p:nvPr>
            <p:ph type="body" orient="vert" idx="1"/>
          </p:nvPr>
        </p:nvSpPr>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CH"/>
          </a:p>
        </p:txBody>
      </p:sp>
      <p:sp>
        <p:nvSpPr>
          <p:cNvPr id="4" name="Datumsplatzhalter 3"/>
          <p:cNvSpPr>
            <a:spLocks noGrp="1"/>
          </p:cNvSpPr>
          <p:nvPr>
            <p:ph type="dt" sz="half" idx="10"/>
          </p:nvPr>
        </p:nvSpPr>
        <p:spPr/>
        <p:txBody>
          <a:bodyPr/>
          <a:lstStyle>
            <a:lvl1pPr>
              <a:defRPr/>
            </a:lvl1p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lvl1pPr>
              <a:defRPr/>
            </a:lvl1p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lvl1pPr>
              <a:defRPr/>
            </a:lvl1pPr>
          </a:lstStyle>
          <a:p>
            <a:fld id="{21105209-8628-41DF-8640-33E7EC194A71}" type="slidenum">
              <a:rPr lang="en-US" altLang="de-DE"/>
              <a:pPr/>
              <a:t>‹Nr.›</a:t>
            </a:fld>
            <a:endParaRPr lang="en-US" altLang="de-DE"/>
          </a:p>
        </p:txBody>
      </p:sp>
    </p:spTree>
    <p:extLst>
      <p:ext uri="{BB962C8B-B14F-4D97-AF65-F5344CB8AC3E}">
        <p14:creationId xmlns:p14="http://schemas.microsoft.com/office/powerpoint/2010/main" val="3477120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7631113" y="493713"/>
            <a:ext cx="2384425" cy="6215062"/>
          </a:xfrm>
        </p:spPr>
        <p:txBody>
          <a:bodyPr vert="eaVert"/>
          <a:lstStyle/>
          <a:p>
            <a:r>
              <a:rPr lang="de-DE" smtClean="0"/>
              <a:t>Titelmasterformat durch Klicken bearbeiten</a:t>
            </a:r>
            <a:endParaRPr lang="de-CH"/>
          </a:p>
        </p:txBody>
      </p:sp>
      <p:sp>
        <p:nvSpPr>
          <p:cNvPr id="3" name="Vertikaler Textplatzhalter 2"/>
          <p:cNvSpPr>
            <a:spLocks noGrp="1"/>
          </p:cNvSpPr>
          <p:nvPr>
            <p:ph type="body" orient="vert" idx="1"/>
          </p:nvPr>
        </p:nvSpPr>
        <p:spPr>
          <a:xfrm>
            <a:off x="476250" y="493713"/>
            <a:ext cx="7002463" cy="6215062"/>
          </a:xfrm>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CH"/>
          </a:p>
        </p:txBody>
      </p:sp>
      <p:sp>
        <p:nvSpPr>
          <p:cNvPr id="4" name="Datumsplatzhalter 3"/>
          <p:cNvSpPr>
            <a:spLocks noGrp="1"/>
          </p:cNvSpPr>
          <p:nvPr>
            <p:ph type="dt" sz="half" idx="10"/>
          </p:nvPr>
        </p:nvSpPr>
        <p:spPr/>
        <p:txBody>
          <a:bodyPr/>
          <a:lstStyle>
            <a:lvl1pPr>
              <a:defRPr/>
            </a:lvl1p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lvl1pPr>
              <a:defRPr/>
            </a:lvl1p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lvl1pPr>
              <a:defRPr/>
            </a:lvl1pPr>
          </a:lstStyle>
          <a:p>
            <a:fld id="{B5ED54B9-7F1A-4611-BF3B-55A9C8C5442D}" type="slidenum">
              <a:rPr lang="en-US" altLang="de-DE"/>
              <a:pPr/>
              <a:t>‹Nr.›</a:t>
            </a:fld>
            <a:endParaRPr lang="en-US" altLang="de-DE"/>
          </a:p>
        </p:txBody>
      </p:sp>
    </p:spTree>
    <p:extLst>
      <p:ext uri="{BB962C8B-B14F-4D97-AF65-F5344CB8AC3E}">
        <p14:creationId xmlns:p14="http://schemas.microsoft.com/office/powerpoint/2010/main" val="33541319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Slide"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47586" y="4652968"/>
            <a:ext cx="9596642" cy="2381265"/>
          </a:xfrm>
        </p:spPr>
        <p:txBody>
          <a:bodyPr anchor="b"/>
          <a:lstStyle>
            <a:lvl1pPr marL="0" indent="0" algn="l">
              <a:lnSpc>
                <a:spcPts val="2315"/>
              </a:lnSpc>
              <a:spcBef>
                <a:spcPts val="0"/>
              </a:spcBef>
              <a:buNone/>
              <a:defRPr sz="2205" b="1"/>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lang="de-CH" dirty="0" smtClean="0"/>
              <a:t>Formatvorlage des Untertitelmasters durch Klicken bearbeiten</a:t>
            </a:r>
            <a:endParaRPr lang="de-CH" dirty="0"/>
          </a:p>
        </p:txBody>
      </p:sp>
      <p:sp>
        <p:nvSpPr>
          <p:cNvPr id="6" name="Title 1"/>
          <p:cNvSpPr>
            <a:spLocks noGrp="1"/>
          </p:cNvSpPr>
          <p:nvPr>
            <p:ph type="ctrTitle"/>
          </p:nvPr>
        </p:nvSpPr>
        <p:spPr>
          <a:xfrm>
            <a:off x="547585" y="2087661"/>
            <a:ext cx="9596645" cy="2565307"/>
          </a:xfrm>
        </p:spPr>
        <p:txBody>
          <a:bodyPr anchor="t"/>
          <a:lstStyle>
            <a:lvl1pPr algn="l">
              <a:lnSpc>
                <a:spcPts val="6173"/>
              </a:lnSpc>
              <a:defRPr sz="6173" spc="-99" baseline="0"/>
            </a:lvl1pPr>
          </a:lstStyle>
          <a:p>
            <a:r>
              <a:rPr lang="de-CH" dirty="0" smtClean="0"/>
              <a:t>Titelmasterformat durch Klicken bearbeiten</a:t>
            </a:r>
            <a:endParaRPr lang="de-CH" dirty="0"/>
          </a:p>
        </p:txBody>
      </p:sp>
      <p:sp>
        <p:nvSpPr>
          <p:cNvPr id="7" name="Text Placeholder 6">
            <a:extLst>
              <a:ext uri="{FF2B5EF4-FFF2-40B4-BE49-F238E27FC236}">
                <a16:creationId xmlns:a16="http://schemas.microsoft.com/office/drawing/2014/main" id="{D9FB5114-788F-43C5-8D05-A367A8D013E0}"/>
              </a:ext>
            </a:extLst>
          </p:cNvPr>
          <p:cNvSpPr>
            <a:spLocks noGrp="1"/>
          </p:cNvSpPr>
          <p:nvPr>
            <p:ph type="body" sz="quarter" idx="10"/>
          </p:nvPr>
        </p:nvSpPr>
        <p:spPr>
          <a:xfrm>
            <a:off x="547585" y="746781"/>
            <a:ext cx="8165765" cy="810543"/>
          </a:xfrm>
        </p:spPr>
        <p:txBody>
          <a:bodyPr/>
          <a:lstStyle>
            <a:lvl1pPr marL="0" indent="0">
              <a:lnSpc>
                <a:spcPts val="3197"/>
              </a:lnSpc>
              <a:buNone/>
              <a:defRPr sz="2976" b="1" spc="-33" baseline="0">
                <a:solidFill>
                  <a:schemeClr val="accent1"/>
                </a:solidFill>
              </a:defRPr>
            </a:lvl1pPr>
          </a:lstStyle>
          <a:p>
            <a:pPr lvl="0"/>
            <a:r>
              <a:rPr lang="de-CH" dirty="0" smtClean="0"/>
              <a:t>Formatvorlagen des Textmasters bearbeiten</a:t>
            </a:r>
          </a:p>
        </p:txBody>
      </p:sp>
      <p:pic>
        <p:nvPicPr>
          <p:cNvPr id="5" name="Picture 4">
            <a:extLst>
              <a:ext uri="{FF2B5EF4-FFF2-40B4-BE49-F238E27FC236}">
                <a16:creationId xmlns:a16="http://schemas.microsoft.com/office/drawing/2014/main" id="{0E4C05C5-51DD-4589-9319-3C18A953F83E}"/>
              </a:ext>
            </a:extLst>
          </p:cNvPr>
          <p:cNvPicPr>
            <a:picLocks noChangeAspect="1"/>
          </p:cNvPicPr>
          <p:nvPr userDrawn="1">
            <p:custDataLst>
              <p:tags r:id="rId2"/>
            </p:custDataLst>
          </p:nvPr>
        </p:nvPicPr>
        <p:blipFill>
          <a:blip r:embed="rId6">
            <a:extLst>
              <a:ext uri="{28A0092B-C50C-407E-A947-70E740481C1C}">
                <a14:useLocalDpi xmlns:a14="http://schemas.microsoft.com/office/drawing/2010/main" val="0"/>
              </a:ext>
            </a:extLst>
          </a:blip>
          <a:stretch>
            <a:fillRect/>
          </a:stretch>
        </p:blipFill>
        <p:spPr>
          <a:xfrm>
            <a:off x="8907890" y="666334"/>
            <a:ext cx="1262813" cy="468202"/>
          </a:xfrm>
          <a:prstGeom prst="rect">
            <a:avLst/>
          </a:prstGeom>
        </p:spPr>
      </p:pic>
      <p:sp>
        <p:nvSpPr>
          <p:cNvPr id="8" name="Classification" hidden="1"/>
          <p:cNvSpPr txBox="1">
            <a:spLocks/>
          </p:cNvSpPr>
          <p:nvPr userDrawn="1">
            <p:custDataLst>
              <p:tags r:id="rId3"/>
            </p:custDataLst>
          </p:nvPr>
        </p:nvSpPr>
        <p:spPr>
          <a:xfrm>
            <a:off x="6945647" y="7167505"/>
            <a:ext cx="1767235" cy="230163"/>
          </a:xfrm>
          <a:prstGeom prst="rect">
            <a:avLst/>
          </a:prstGeom>
          <a:noFill/>
        </p:spPr>
        <p:txBody>
          <a:bodyPr wrap="square" lIns="0" tIns="0" rIns="0" bIns="0" rtlCol="0" anchor="ctr">
            <a:noAutofit/>
          </a:bodyPr>
          <a:lstStyle/>
          <a:p>
            <a:pPr algn="r"/>
            <a:r>
              <a:rPr lang="de-CH" sz="1102" b="1" dirty="0" err="1" smtClean="0">
                <a:solidFill>
                  <a:schemeClr val="tx1"/>
                </a:solidFill>
                <a:latin typeface="+mn-lt"/>
              </a:rPr>
              <a:t>Classification</a:t>
            </a:r>
            <a:endParaRPr lang="de-CH" sz="1102" b="1" dirty="0">
              <a:solidFill>
                <a:schemeClr val="tx1"/>
              </a:solidFill>
              <a:latin typeface="+mn-lt"/>
            </a:endParaRPr>
          </a:p>
        </p:txBody>
      </p:sp>
      <p:sp>
        <p:nvSpPr>
          <p:cNvPr id="9" name="Status" hidden="1"/>
          <p:cNvSpPr txBox="1">
            <a:spLocks/>
          </p:cNvSpPr>
          <p:nvPr userDrawn="1">
            <p:custDataLst>
              <p:tags r:id="rId4"/>
            </p:custDataLst>
          </p:nvPr>
        </p:nvSpPr>
        <p:spPr>
          <a:xfrm>
            <a:off x="8829477" y="7167505"/>
            <a:ext cx="1315651" cy="230163"/>
          </a:xfrm>
          <a:prstGeom prst="rect">
            <a:avLst/>
          </a:prstGeom>
          <a:noFill/>
        </p:spPr>
        <p:txBody>
          <a:bodyPr wrap="square" lIns="0" tIns="0" rIns="0" bIns="0" rtlCol="0" anchor="ctr">
            <a:noAutofit/>
          </a:bodyPr>
          <a:lstStyle/>
          <a:p>
            <a:pPr algn="r"/>
            <a:r>
              <a:rPr lang="de-CH" sz="1102" b="1" dirty="0" smtClean="0">
                <a:solidFill>
                  <a:schemeClr val="tx1"/>
                </a:solidFill>
                <a:latin typeface="+mn-lt"/>
              </a:rPr>
              <a:t>Status</a:t>
            </a:r>
            <a:endParaRPr lang="de-CH" sz="1102" b="1" dirty="0">
              <a:solidFill>
                <a:schemeClr val="tx1"/>
              </a:solidFill>
              <a:latin typeface="+mn-lt"/>
            </a:endParaRPr>
          </a:p>
        </p:txBody>
      </p:sp>
    </p:spTree>
    <p:extLst>
      <p:ext uri="{BB962C8B-B14F-4D97-AF65-F5344CB8AC3E}">
        <p14:creationId xmlns:p14="http://schemas.microsoft.com/office/powerpoint/2010/main" val="2946289"/>
      </p:ext>
    </p:extLst>
  </p:cSld>
  <p:clrMapOvr>
    <a:masterClrMapping/>
  </p:clrMapOvr>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36" name="Picture 12" descr="Belimo_Logo_big_1_RGB"/>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8856663" y="449263"/>
            <a:ext cx="1277937"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Rectangle 4"/>
          <p:cNvSpPr>
            <a:spLocks noGrp="1" noChangeArrowheads="1"/>
          </p:cNvSpPr>
          <p:nvPr>
            <p:ph type="dt" sz="half" idx="2"/>
          </p:nvPr>
        </p:nvSpPr>
        <p:spPr bwMode="auto">
          <a:xfrm>
            <a:off x="4221163" y="7116763"/>
            <a:ext cx="2227262" cy="50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549" tIns="49773" rIns="99549" bIns="49773" numCol="1" anchor="t" anchorCtr="0" compatLnSpc="1">
            <a:prstTxWarp prst="textNoShape">
              <a:avLst/>
            </a:prstTxWarp>
          </a:bodyPr>
          <a:lstStyle>
            <a:lvl1pPr algn="ctr" defTabSz="995363">
              <a:defRPr sz="800"/>
            </a:lvl1pPr>
          </a:lstStyle>
          <a:p>
            <a:r>
              <a:rPr lang="en-US" altLang="de-DE" dirty="0" smtClean="0"/>
              <a:t>2019</a:t>
            </a:r>
            <a:endParaRPr lang="en-US" altLang="de-DE" dirty="0"/>
          </a:p>
        </p:txBody>
      </p:sp>
      <p:sp>
        <p:nvSpPr>
          <p:cNvPr id="1029" name="Rectangle 5"/>
          <p:cNvSpPr>
            <a:spLocks noGrp="1" noChangeArrowheads="1"/>
          </p:cNvSpPr>
          <p:nvPr>
            <p:ph type="ftr" sz="quarter" idx="3"/>
          </p:nvPr>
        </p:nvSpPr>
        <p:spPr bwMode="auto">
          <a:xfrm>
            <a:off x="474663" y="7116763"/>
            <a:ext cx="3386137" cy="50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549" tIns="49773" rIns="99549" bIns="49773" numCol="1" anchor="t" anchorCtr="0" compatLnSpc="1">
            <a:prstTxWarp prst="textNoShape">
              <a:avLst/>
            </a:prstTxWarp>
          </a:bodyPr>
          <a:lstStyle>
            <a:lvl1pPr defTabSz="995363">
              <a:defRPr sz="800"/>
            </a:lvl1pPr>
          </a:lstStyle>
          <a:p>
            <a:r>
              <a:rPr lang="en-US" altLang="de-DE" dirty="0" smtClean="0"/>
              <a:t>Bus Basics B1 - IT Basics</a:t>
            </a:r>
            <a:endParaRPr lang="en-US" altLang="de-DE" dirty="0"/>
          </a:p>
        </p:txBody>
      </p:sp>
      <p:sp>
        <p:nvSpPr>
          <p:cNvPr id="1030" name="Rectangle 6"/>
          <p:cNvSpPr>
            <a:spLocks noGrp="1" noChangeArrowheads="1"/>
          </p:cNvSpPr>
          <p:nvPr>
            <p:ph type="sldNum" sz="quarter" idx="4"/>
          </p:nvPr>
        </p:nvSpPr>
        <p:spPr bwMode="auto">
          <a:xfrm>
            <a:off x="7993063" y="7116763"/>
            <a:ext cx="2227262" cy="50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549" tIns="49773" rIns="99549" bIns="49773" numCol="1" anchor="t" anchorCtr="0" compatLnSpc="1">
            <a:prstTxWarp prst="textNoShape">
              <a:avLst/>
            </a:prstTxWarp>
          </a:bodyPr>
          <a:lstStyle>
            <a:lvl1pPr algn="r" defTabSz="995363">
              <a:defRPr sz="800"/>
            </a:lvl1pPr>
          </a:lstStyle>
          <a:p>
            <a:fld id="{5AD463C2-A6DB-495B-9B26-21B2789C9B8C}" type="slidenum">
              <a:rPr lang="en-US" altLang="de-DE"/>
              <a:pPr/>
              <a:t>‹Nr.›</a:t>
            </a:fld>
            <a:endParaRPr lang="en-US" altLang="de-DE"/>
          </a:p>
        </p:txBody>
      </p:sp>
      <p:sp>
        <p:nvSpPr>
          <p:cNvPr id="1032" name="Rectangle 8"/>
          <p:cNvSpPr>
            <a:spLocks noGrp="1" noChangeArrowheads="1"/>
          </p:cNvSpPr>
          <p:nvPr>
            <p:ph type="title"/>
          </p:nvPr>
        </p:nvSpPr>
        <p:spPr bwMode="auto">
          <a:xfrm>
            <a:off x="476250" y="493713"/>
            <a:ext cx="8199438"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9" tIns="45715" rIns="91429" bIns="45715" numCol="1" anchor="t" anchorCtr="0" compatLnSpc="1">
            <a:prstTxWarp prst="textNoShape">
              <a:avLst/>
            </a:prstTxWarp>
          </a:bodyPr>
          <a:lstStyle/>
          <a:p>
            <a:pPr lvl="0"/>
            <a:r>
              <a:rPr lang="en-US" altLang="de-DE" smtClean="0"/>
              <a:t>Klicken Sie, das Titelformat zu bearbeiten</a:t>
            </a:r>
          </a:p>
        </p:txBody>
      </p:sp>
      <p:sp>
        <p:nvSpPr>
          <p:cNvPr id="1033" name="Rectangle 9"/>
          <p:cNvSpPr>
            <a:spLocks noGrp="1" noChangeArrowheads="1"/>
          </p:cNvSpPr>
          <p:nvPr>
            <p:ph type="body" idx="1"/>
          </p:nvPr>
        </p:nvSpPr>
        <p:spPr bwMode="auto">
          <a:xfrm>
            <a:off x="485775" y="2038350"/>
            <a:ext cx="9529763" cy="467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9" tIns="45715" rIns="91429" bIns="45715" numCol="1" anchor="t" anchorCtr="0" compatLnSpc="1">
            <a:prstTxWarp prst="textNoShape">
              <a:avLst/>
            </a:prstTxWarp>
          </a:bodyPr>
          <a:lstStyle/>
          <a:p>
            <a:pPr lvl="0"/>
            <a:r>
              <a:rPr lang="en-US" altLang="de-DE" smtClean="0"/>
              <a:t>Klicken Sie, um die Formate des Vorlagentextes zu bearbeiten</a:t>
            </a:r>
          </a:p>
          <a:p>
            <a:pPr lvl="1"/>
            <a:r>
              <a:rPr lang="en-US" altLang="de-DE" smtClean="0"/>
              <a:t>Zweite Ebene</a:t>
            </a:r>
          </a:p>
          <a:p>
            <a:pPr lvl="2"/>
            <a:r>
              <a:rPr lang="en-US" altLang="de-DE" smtClean="0"/>
              <a:t>Dritte Ebene</a:t>
            </a:r>
          </a:p>
          <a:p>
            <a:pPr lvl="3"/>
            <a:r>
              <a:rPr lang="en-US" altLang="de-DE" smtClean="0"/>
              <a:t>Vierte Ebene</a:t>
            </a:r>
          </a:p>
        </p:txBody>
      </p:sp>
      <p:sp>
        <p:nvSpPr>
          <p:cNvPr id="1034" name="Line 10"/>
          <p:cNvSpPr>
            <a:spLocks noChangeShapeType="1"/>
          </p:cNvSpPr>
          <p:nvPr/>
        </p:nvSpPr>
        <p:spPr bwMode="auto">
          <a:xfrm>
            <a:off x="581025" y="6978650"/>
            <a:ext cx="9529763" cy="0"/>
          </a:xfrm>
          <a:prstGeom prst="line">
            <a:avLst/>
          </a:prstGeom>
          <a:noFill/>
          <a:ln w="12700">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CH"/>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l" defTabSz="995363" rtl="0" eaLnBrk="1" fontAlgn="base" hangingPunct="1">
        <a:spcBef>
          <a:spcPct val="0"/>
        </a:spcBef>
        <a:spcAft>
          <a:spcPct val="0"/>
        </a:spcAft>
        <a:defRPr sz="2800" b="1">
          <a:solidFill>
            <a:srgbClr val="787878"/>
          </a:solidFill>
          <a:latin typeface="+mj-lt"/>
          <a:ea typeface="+mj-ea"/>
          <a:cs typeface="+mj-cs"/>
        </a:defRPr>
      </a:lvl1pPr>
      <a:lvl2pPr algn="l" defTabSz="995363" rtl="0" eaLnBrk="1" fontAlgn="base" hangingPunct="1">
        <a:spcBef>
          <a:spcPct val="0"/>
        </a:spcBef>
        <a:spcAft>
          <a:spcPct val="0"/>
        </a:spcAft>
        <a:defRPr sz="2800" b="1">
          <a:solidFill>
            <a:srgbClr val="787878"/>
          </a:solidFill>
          <a:latin typeface="Arial" charset="0"/>
        </a:defRPr>
      </a:lvl2pPr>
      <a:lvl3pPr algn="l" defTabSz="995363" rtl="0" eaLnBrk="1" fontAlgn="base" hangingPunct="1">
        <a:spcBef>
          <a:spcPct val="0"/>
        </a:spcBef>
        <a:spcAft>
          <a:spcPct val="0"/>
        </a:spcAft>
        <a:defRPr sz="2800" b="1">
          <a:solidFill>
            <a:srgbClr val="787878"/>
          </a:solidFill>
          <a:latin typeface="Arial" charset="0"/>
        </a:defRPr>
      </a:lvl3pPr>
      <a:lvl4pPr algn="l" defTabSz="995363" rtl="0" eaLnBrk="1" fontAlgn="base" hangingPunct="1">
        <a:spcBef>
          <a:spcPct val="0"/>
        </a:spcBef>
        <a:spcAft>
          <a:spcPct val="0"/>
        </a:spcAft>
        <a:defRPr sz="2800" b="1">
          <a:solidFill>
            <a:srgbClr val="787878"/>
          </a:solidFill>
          <a:latin typeface="Arial" charset="0"/>
        </a:defRPr>
      </a:lvl4pPr>
      <a:lvl5pPr algn="l" defTabSz="995363" rtl="0" eaLnBrk="1" fontAlgn="base" hangingPunct="1">
        <a:spcBef>
          <a:spcPct val="0"/>
        </a:spcBef>
        <a:spcAft>
          <a:spcPct val="0"/>
        </a:spcAft>
        <a:defRPr sz="2800" b="1">
          <a:solidFill>
            <a:srgbClr val="787878"/>
          </a:solidFill>
          <a:latin typeface="Arial" charset="0"/>
        </a:defRPr>
      </a:lvl5pPr>
      <a:lvl6pPr marL="457200" algn="l" defTabSz="995363" rtl="0" eaLnBrk="1" fontAlgn="base" hangingPunct="1">
        <a:spcBef>
          <a:spcPct val="0"/>
        </a:spcBef>
        <a:spcAft>
          <a:spcPct val="0"/>
        </a:spcAft>
        <a:defRPr sz="2800" b="1">
          <a:solidFill>
            <a:srgbClr val="787878"/>
          </a:solidFill>
          <a:latin typeface="Arial" charset="0"/>
        </a:defRPr>
      </a:lvl6pPr>
      <a:lvl7pPr marL="914400" algn="l" defTabSz="995363" rtl="0" eaLnBrk="1" fontAlgn="base" hangingPunct="1">
        <a:spcBef>
          <a:spcPct val="0"/>
        </a:spcBef>
        <a:spcAft>
          <a:spcPct val="0"/>
        </a:spcAft>
        <a:defRPr sz="2800" b="1">
          <a:solidFill>
            <a:srgbClr val="787878"/>
          </a:solidFill>
          <a:latin typeface="Arial" charset="0"/>
        </a:defRPr>
      </a:lvl7pPr>
      <a:lvl8pPr marL="1371600" algn="l" defTabSz="995363" rtl="0" eaLnBrk="1" fontAlgn="base" hangingPunct="1">
        <a:spcBef>
          <a:spcPct val="0"/>
        </a:spcBef>
        <a:spcAft>
          <a:spcPct val="0"/>
        </a:spcAft>
        <a:defRPr sz="2800" b="1">
          <a:solidFill>
            <a:srgbClr val="787878"/>
          </a:solidFill>
          <a:latin typeface="Arial" charset="0"/>
        </a:defRPr>
      </a:lvl8pPr>
      <a:lvl9pPr marL="1828800" algn="l" defTabSz="995363" rtl="0" eaLnBrk="1" fontAlgn="base" hangingPunct="1">
        <a:spcBef>
          <a:spcPct val="0"/>
        </a:spcBef>
        <a:spcAft>
          <a:spcPct val="0"/>
        </a:spcAft>
        <a:defRPr sz="2800" b="1">
          <a:solidFill>
            <a:srgbClr val="787878"/>
          </a:solidFill>
          <a:latin typeface="Arial" charset="0"/>
        </a:defRPr>
      </a:lvl9pPr>
    </p:titleStyle>
    <p:bodyStyle>
      <a:lvl1pPr marL="373063" indent="-373063" algn="l" defTabSz="995363" rtl="0" eaLnBrk="1" fontAlgn="base" hangingPunct="1">
        <a:spcBef>
          <a:spcPct val="20000"/>
        </a:spcBef>
        <a:spcAft>
          <a:spcPct val="0"/>
        </a:spcAft>
        <a:buClr>
          <a:srgbClr val="FF6600"/>
        </a:buClr>
        <a:buChar char="•"/>
        <a:defRPr sz="2000" b="1">
          <a:solidFill>
            <a:schemeClr val="tx1"/>
          </a:solidFill>
          <a:latin typeface="+mn-lt"/>
          <a:ea typeface="+mn-ea"/>
          <a:cs typeface="+mn-cs"/>
        </a:defRPr>
      </a:lvl1pPr>
      <a:lvl2pPr marL="809625" indent="-311150" algn="l" defTabSz="995363" rtl="0" eaLnBrk="1" fontAlgn="base" hangingPunct="1">
        <a:spcBef>
          <a:spcPct val="20000"/>
        </a:spcBef>
        <a:spcAft>
          <a:spcPct val="0"/>
        </a:spcAft>
        <a:buClr>
          <a:srgbClr val="FF6600"/>
        </a:buClr>
        <a:buChar char="•"/>
        <a:defRPr sz="2000">
          <a:solidFill>
            <a:srgbClr val="787878"/>
          </a:solidFill>
          <a:latin typeface="+mn-lt"/>
        </a:defRPr>
      </a:lvl2pPr>
      <a:lvl3pPr marL="1244600" indent="-249238" algn="l" defTabSz="995363" rtl="0" eaLnBrk="1" fontAlgn="base" hangingPunct="1">
        <a:spcBef>
          <a:spcPct val="20000"/>
        </a:spcBef>
        <a:spcAft>
          <a:spcPct val="0"/>
        </a:spcAft>
        <a:buClr>
          <a:srgbClr val="FF6600"/>
        </a:buClr>
        <a:buChar char="•"/>
        <a:defRPr sz="2000">
          <a:solidFill>
            <a:srgbClr val="787878"/>
          </a:solidFill>
          <a:latin typeface="+mn-lt"/>
        </a:defRPr>
      </a:lvl3pPr>
      <a:lvl4pPr marL="1741488" indent="-247650" algn="l" defTabSz="995363" rtl="0" eaLnBrk="1" fontAlgn="base" hangingPunct="1">
        <a:spcBef>
          <a:spcPct val="20000"/>
        </a:spcBef>
        <a:spcAft>
          <a:spcPct val="0"/>
        </a:spcAft>
        <a:buClr>
          <a:srgbClr val="FF6600"/>
        </a:buClr>
        <a:buChar char="•"/>
        <a:defRPr sz="2000">
          <a:solidFill>
            <a:srgbClr val="787878"/>
          </a:solidFill>
          <a:latin typeface="+mn-lt"/>
        </a:defRPr>
      </a:lvl4pPr>
      <a:lvl5pPr marL="2239963" indent="-249238" algn="l" defTabSz="995363" rtl="0" eaLnBrk="1" fontAlgn="base" hangingPunct="1">
        <a:spcBef>
          <a:spcPct val="20000"/>
        </a:spcBef>
        <a:spcAft>
          <a:spcPct val="0"/>
        </a:spcAft>
        <a:buClr>
          <a:srgbClr val="FF6600"/>
        </a:buClr>
        <a:buChar char="•"/>
        <a:defRPr sz="2000" b="1">
          <a:solidFill>
            <a:schemeClr val="tx1"/>
          </a:solidFill>
          <a:latin typeface="+mn-lt"/>
        </a:defRPr>
      </a:lvl5pPr>
      <a:lvl6pPr marL="2697163" indent="-249238" algn="l" defTabSz="995363" rtl="0" eaLnBrk="1" fontAlgn="base" hangingPunct="1">
        <a:spcBef>
          <a:spcPct val="20000"/>
        </a:spcBef>
        <a:spcAft>
          <a:spcPct val="0"/>
        </a:spcAft>
        <a:buClr>
          <a:srgbClr val="FF6600"/>
        </a:buClr>
        <a:buChar char="•"/>
        <a:defRPr sz="2000" b="1">
          <a:solidFill>
            <a:schemeClr val="tx1"/>
          </a:solidFill>
          <a:latin typeface="+mn-lt"/>
        </a:defRPr>
      </a:lvl6pPr>
      <a:lvl7pPr marL="3154363" indent="-249238" algn="l" defTabSz="995363" rtl="0" eaLnBrk="1" fontAlgn="base" hangingPunct="1">
        <a:spcBef>
          <a:spcPct val="20000"/>
        </a:spcBef>
        <a:spcAft>
          <a:spcPct val="0"/>
        </a:spcAft>
        <a:buClr>
          <a:srgbClr val="FF6600"/>
        </a:buClr>
        <a:buChar char="•"/>
        <a:defRPr sz="2000" b="1">
          <a:solidFill>
            <a:schemeClr val="tx1"/>
          </a:solidFill>
          <a:latin typeface="+mn-lt"/>
        </a:defRPr>
      </a:lvl7pPr>
      <a:lvl8pPr marL="3611563" indent="-249238" algn="l" defTabSz="995363" rtl="0" eaLnBrk="1" fontAlgn="base" hangingPunct="1">
        <a:spcBef>
          <a:spcPct val="20000"/>
        </a:spcBef>
        <a:spcAft>
          <a:spcPct val="0"/>
        </a:spcAft>
        <a:buClr>
          <a:srgbClr val="FF6600"/>
        </a:buClr>
        <a:buChar char="•"/>
        <a:defRPr sz="2000" b="1">
          <a:solidFill>
            <a:schemeClr val="tx1"/>
          </a:solidFill>
          <a:latin typeface="+mn-lt"/>
        </a:defRPr>
      </a:lvl8pPr>
      <a:lvl9pPr marL="4068763" indent="-249238" algn="l" defTabSz="995363" rtl="0" eaLnBrk="1" fontAlgn="base" hangingPunct="1">
        <a:spcBef>
          <a:spcPct val="20000"/>
        </a:spcBef>
        <a:spcAft>
          <a:spcPct val="0"/>
        </a:spcAft>
        <a:buClr>
          <a:srgbClr val="FF6600"/>
        </a:buClr>
        <a:buChar char="•"/>
        <a:defRPr sz="2000" b="1">
          <a:solidFill>
            <a:schemeClr val="tx1"/>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gif"/><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gif"/><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LpuPe81bc2w&amp;t=252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ddM9AcreVqY" TargetMode="External"/><Relationship Id="rId2" Type="http://schemas.openxmlformats.org/officeDocument/2006/relationships/hyperlink" Target="https://www.youtube.com/watch?v=oxvNmKDTDZA" TargetMode="External"/><Relationship Id="rId1" Type="http://schemas.openxmlformats.org/officeDocument/2006/relationships/slideLayout" Target="../slideLayouts/slideLayout2.xml"/><Relationship Id="rId5" Type="http://schemas.openxmlformats.org/officeDocument/2006/relationships/hyperlink" Target="https://www.youtube.com/watch?v=4xlzlgYGqW8&amp;list=PLl9NdZbdtA0wK8OIgttkScKRxcMkvoev_&amp;index=3" TargetMode="External"/><Relationship Id="rId4" Type="http://schemas.openxmlformats.org/officeDocument/2006/relationships/hyperlink" Target="https://www.youtube.com/watch?v=XQ3T14SIlV4"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5.gif"/><Relationship Id="rId7"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jp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gif"/></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5.gif"/><Relationship Id="rId4" Type="http://schemas.openxmlformats.org/officeDocument/2006/relationships/image" Target="../media/image3.gif"/></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5.gif"/><Relationship Id="rId4" Type="http://schemas.openxmlformats.org/officeDocument/2006/relationships/image" Target="../media/image3.gif"/></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5.gif"/><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gif"/><Relationship Id="rId5" Type="http://schemas.openxmlformats.org/officeDocument/2006/relationships/image" Target="../media/image4.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4.png"/><Relationship Id="rId7"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5.gif"/><Relationship Id="rId4" Type="http://schemas.openxmlformats.org/officeDocument/2006/relationships/image" Target="../media/image3.gif"/></Relationships>
</file>

<file path=ppt/slides/_rels/slide2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9.gif"/><Relationship Id="rId5" Type="http://schemas.openxmlformats.org/officeDocument/2006/relationships/image" Target="../media/image5.gif"/><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6.png"/><Relationship Id="rId7"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5.gif"/><Relationship Id="rId5" Type="http://schemas.openxmlformats.org/officeDocument/2006/relationships/image" Target="../media/image3.gif"/><Relationship Id="rId10" Type="http://schemas.openxmlformats.org/officeDocument/2006/relationships/image" Target="../media/image34.png"/><Relationship Id="rId4" Type="http://schemas.openxmlformats.org/officeDocument/2006/relationships/image" Target="../media/image4.png"/><Relationship Id="rId9" Type="http://schemas.openxmlformats.org/officeDocument/2006/relationships/image" Target="../media/image33.gif"/></Relationships>
</file>

<file path=ppt/slides/_rels/slide22.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0.png"/><Relationship Id="rId3" Type="http://schemas.openxmlformats.org/officeDocument/2006/relationships/image" Target="../media/image26.png"/><Relationship Id="rId7" Type="http://schemas.openxmlformats.org/officeDocument/2006/relationships/image" Target="../media/image35.png"/><Relationship Id="rId12"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gif"/><Relationship Id="rId11" Type="http://schemas.openxmlformats.org/officeDocument/2006/relationships/image" Target="../media/image38.png"/><Relationship Id="rId5" Type="http://schemas.openxmlformats.org/officeDocument/2006/relationships/image" Target="../media/image3.gif"/><Relationship Id="rId10" Type="http://schemas.openxmlformats.org/officeDocument/2006/relationships/image" Target="../media/image37.png"/><Relationship Id="rId4" Type="http://schemas.openxmlformats.org/officeDocument/2006/relationships/image" Target="../media/image4.png"/><Relationship Id="rId9" Type="http://schemas.openxmlformats.org/officeDocument/2006/relationships/image" Target="../media/image33.gif"/><Relationship Id="rId14" Type="http://schemas.openxmlformats.org/officeDocument/2006/relationships/image" Target="../media/image34.png"/></Relationships>
</file>

<file path=ppt/slides/_rels/slide2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hatismyipaddress.com/"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4.png"/><Relationship Id="rId7"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5.gif"/><Relationship Id="rId4" Type="http://schemas.openxmlformats.org/officeDocument/2006/relationships/image" Target="../media/image3.gif"/></Relationships>
</file>

<file path=ppt/slides/_rels/slide27.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4.png"/><Relationship Id="rId7"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5.gif"/><Relationship Id="rId10" Type="http://schemas.openxmlformats.org/officeDocument/2006/relationships/image" Target="../media/image43.png"/><Relationship Id="rId4" Type="http://schemas.openxmlformats.org/officeDocument/2006/relationships/image" Target="../media/image3.gif"/><Relationship Id="rId9" Type="http://schemas.openxmlformats.org/officeDocument/2006/relationships/image" Target="../media/image24.png"/></Relationships>
</file>

<file path=ppt/slides/_rels/slide2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4.png"/><Relationship Id="rId7"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5.gif"/><Relationship Id="rId4" Type="http://schemas.openxmlformats.org/officeDocument/2006/relationships/image" Target="../media/image3.gif"/><Relationship Id="rId9" Type="http://schemas.openxmlformats.org/officeDocument/2006/relationships/image" Target="../media/image33.gif"/></Relationships>
</file>

<file path=ppt/slides/_rels/slide2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3.gif"/><Relationship Id="rId7" Type="http://schemas.openxmlformats.org/officeDocument/2006/relationships/image" Target="../media/image33.gif"/><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5.gif"/><Relationship Id="rId11" Type="http://schemas.openxmlformats.org/officeDocument/2006/relationships/image" Target="../media/image25.png"/><Relationship Id="rId5" Type="http://schemas.openxmlformats.org/officeDocument/2006/relationships/image" Target="../media/image32.png"/><Relationship Id="rId10" Type="http://schemas.openxmlformats.org/officeDocument/2006/relationships/image" Target="../media/image4.png"/><Relationship Id="rId4" Type="http://schemas.openxmlformats.org/officeDocument/2006/relationships/image" Target="../media/image26.png"/><Relationship Id="rId9" Type="http://schemas.openxmlformats.org/officeDocument/2006/relationships/image" Target="../media/image24.png"/></Relationships>
</file>

<file path=ppt/slides/_rels/slide3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6.png"/><Relationship Id="rId7" Type="http://schemas.openxmlformats.org/officeDocument/2006/relationships/image" Target="../media/image25.png"/><Relationship Id="rId12" Type="http://schemas.openxmlformats.org/officeDocument/2006/relationships/image" Target="../media/image45.gif"/><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5.gif"/><Relationship Id="rId11" Type="http://schemas.openxmlformats.org/officeDocument/2006/relationships/image" Target="../media/image44.gif"/><Relationship Id="rId5" Type="http://schemas.openxmlformats.org/officeDocument/2006/relationships/image" Target="../media/image3.gif"/><Relationship Id="rId10" Type="http://schemas.openxmlformats.org/officeDocument/2006/relationships/image" Target="../media/image34.png"/><Relationship Id="rId4" Type="http://schemas.openxmlformats.org/officeDocument/2006/relationships/image" Target="../media/image4.png"/><Relationship Id="rId9" Type="http://schemas.openxmlformats.org/officeDocument/2006/relationships/image" Target="../media/image33.gif"/></Relationships>
</file>

<file path=ppt/slides/_rels/slide31.xml.rels><?xml version="1.0" encoding="UTF-8" standalone="yes"?>
<Relationships xmlns="http://schemas.openxmlformats.org/package/2006/relationships"><Relationship Id="rId8" Type="http://schemas.openxmlformats.org/officeDocument/2006/relationships/image" Target="../media/image33.gif"/><Relationship Id="rId3" Type="http://schemas.openxmlformats.org/officeDocument/2006/relationships/image" Target="../media/image4.png"/><Relationship Id="rId7" Type="http://schemas.openxmlformats.org/officeDocument/2006/relationships/image" Target="../media/image32.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45.gif"/><Relationship Id="rId5" Type="http://schemas.openxmlformats.org/officeDocument/2006/relationships/image" Target="../media/image5.gif"/><Relationship Id="rId10" Type="http://schemas.openxmlformats.org/officeDocument/2006/relationships/image" Target="../media/image44.gif"/><Relationship Id="rId4" Type="http://schemas.openxmlformats.org/officeDocument/2006/relationships/image" Target="../media/image3.gif"/><Relationship Id="rId9" Type="http://schemas.openxmlformats.org/officeDocument/2006/relationships/image" Target="../media/image34.png"/></Relationships>
</file>

<file path=ppt/slides/_rels/slide32.xml.rels><?xml version="1.0" encoding="UTF-8" standalone="yes"?>
<Relationships xmlns="http://schemas.openxmlformats.org/package/2006/relationships"><Relationship Id="rId3" Type="http://schemas.openxmlformats.org/officeDocument/2006/relationships/hyperlink" Target="https://www.youtube.com/watch?v=1z0ULvg_pW8&amp;t=23s" TargetMode="External"/><Relationship Id="rId2" Type="http://schemas.openxmlformats.org/officeDocument/2006/relationships/hyperlink" Target="https://www.youtube.com/watch?v=oxvNmKDTDZA"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www.youtube.com/watch?v=HAVcXPI7oUY" TargetMode="External"/><Relationship Id="rId2" Type="http://schemas.openxmlformats.org/officeDocument/2006/relationships/hyperlink" Target="https://www.youtube.com/watch?v=oxvNmKDTDZA"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de-CH" noProof="0" dirty="0" smtClean="0"/>
              <a:t>IT Basics</a:t>
            </a:r>
            <a:br>
              <a:rPr lang="de-CH" noProof="0" dirty="0" smtClean="0"/>
            </a:br>
            <a:endParaRPr lang="de-CH" noProof="0" dirty="0"/>
          </a:p>
        </p:txBody>
      </p:sp>
      <p:sp>
        <p:nvSpPr>
          <p:cNvPr id="4" name="Text Placeholder 3"/>
          <p:cNvSpPr>
            <a:spLocks noGrp="1"/>
          </p:cNvSpPr>
          <p:nvPr>
            <p:ph type="body" sz="quarter" idx="10"/>
          </p:nvPr>
        </p:nvSpPr>
        <p:spPr/>
        <p:txBody>
          <a:bodyPr/>
          <a:lstStyle/>
          <a:p>
            <a:r>
              <a:rPr lang="de-CH" noProof="0" dirty="0" smtClean="0"/>
              <a:t>2019</a:t>
            </a:r>
            <a:endParaRPr lang="de-CH" noProof="0" dirty="0"/>
          </a:p>
        </p:txBody>
      </p:sp>
      <p:sp>
        <p:nvSpPr>
          <p:cNvPr id="5" name="Subtitle 1"/>
          <p:cNvSpPr>
            <a:spLocks noGrp="1"/>
          </p:cNvSpPr>
          <p:nvPr>
            <p:ph type="subTitle" idx="1"/>
          </p:nvPr>
        </p:nvSpPr>
        <p:spPr>
          <a:xfrm>
            <a:off x="547586" y="6516141"/>
            <a:ext cx="9596642" cy="518092"/>
          </a:xfrm>
        </p:spPr>
        <p:txBody>
          <a:bodyPr/>
          <a:lstStyle/>
          <a:p>
            <a:r>
              <a:rPr lang="de-CH" dirty="0" smtClean="0"/>
              <a:t>Bus Basics B1</a:t>
            </a:r>
            <a:endParaRPr lang="de-CH" dirty="0"/>
          </a:p>
        </p:txBody>
      </p:sp>
    </p:spTree>
    <p:extLst>
      <p:ext uri="{BB962C8B-B14F-4D97-AF65-F5344CB8AC3E}">
        <p14:creationId xmlns:p14="http://schemas.microsoft.com/office/powerpoint/2010/main" val="322392787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85775" y="2038350"/>
            <a:ext cx="8199438" cy="1143000"/>
          </a:xfrm>
        </p:spPr>
        <p:txBody>
          <a:bodyPr/>
          <a:lstStyle/>
          <a:p>
            <a:r>
              <a:rPr lang="de-CH" noProof="0" dirty="0" smtClean="0"/>
              <a:t>General</a:t>
            </a:r>
            <a:endParaRPr lang="de-CH" noProof="0" dirty="0"/>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2</a:t>
            </a:fld>
            <a:endParaRPr lang="en-US" altLang="de-DE"/>
          </a:p>
        </p:txBody>
      </p:sp>
    </p:spTree>
    <p:extLst>
      <p:ext uri="{BB962C8B-B14F-4D97-AF65-F5344CB8AC3E}">
        <p14:creationId xmlns:p14="http://schemas.microsoft.com/office/powerpoint/2010/main" val="6796987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CH" noProof="0" dirty="0" err="1" smtClean="0"/>
              <a:t>What</a:t>
            </a:r>
            <a:r>
              <a:rPr lang="de-CH" noProof="0" dirty="0" smtClean="0"/>
              <a:t> </a:t>
            </a:r>
            <a:r>
              <a:rPr lang="de-CH" noProof="0" dirty="0" err="1" smtClean="0"/>
              <a:t>is</a:t>
            </a:r>
            <a:r>
              <a:rPr lang="de-CH" noProof="0" dirty="0" smtClean="0"/>
              <a:t> a </a:t>
            </a:r>
            <a:r>
              <a:rPr lang="de-CH" noProof="0" dirty="0" err="1" smtClean="0"/>
              <a:t>network</a:t>
            </a:r>
            <a:endParaRPr lang="de-CH" noProof="0" dirty="0"/>
          </a:p>
        </p:txBody>
      </p:sp>
      <p:sp>
        <p:nvSpPr>
          <p:cNvPr id="3" name="Inhaltsplatzhalter 2"/>
          <p:cNvSpPr>
            <a:spLocks noGrp="1"/>
          </p:cNvSpPr>
          <p:nvPr>
            <p:ph idx="1"/>
          </p:nvPr>
        </p:nvSpPr>
        <p:spPr/>
        <p:txBody>
          <a:bodyPr/>
          <a:lstStyle/>
          <a:p>
            <a:pPr>
              <a:buSzPct val="80000"/>
              <a:buFont typeface="Wingdings" panose="05000000000000000000" pitchFamily="2" charset="2"/>
              <a:buChar char="§"/>
            </a:pPr>
            <a:r>
              <a:rPr lang="en-US" dirty="0" smtClean="0"/>
              <a:t>A </a:t>
            </a:r>
            <a:r>
              <a:rPr lang="en-US" dirty="0"/>
              <a:t>network consists of two to several million devices</a:t>
            </a:r>
            <a:endParaRPr lang="de-CH" noProof="0" dirty="0" smtClean="0"/>
          </a:p>
          <a:p>
            <a:pPr>
              <a:buSzPct val="80000"/>
              <a:buFont typeface="Wingdings" panose="05000000000000000000" pitchFamily="2" charset="2"/>
              <a:buChar char="§"/>
            </a:pPr>
            <a:r>
              <a:rPr lang="en-US" dirty="0" smtClean="0"/>
              <a:t>Sharing </a:t>
            </a:r>
            <a:r>
              <a:rPr lang="en-US" dirty="0"/>
              <a:t>resources (printers, memory, etc.)</a:t>
            </a:r>
            <a:endParaRPr lang="de-CH" noProof="0" dirty="0" smtClean="0"/>
          </a:p>
          <a:p>
            <a:pPr>
              <a:buSzPct val="80000"/>
              <a:buFont typeface="Wingdings" panose="05000000000000000000" pitchFamily="2" charset="2"/>
              <a:buChar char="§"/>
            </a:pPr>
            <a:r>
              <a:rPr lang="de-CH" dirty="0"/>
              <a:t>Services </a:t>
            </a:r>
            <a:r>
              <a:rPr lang="de-CH" dirty="0" smtClean="0"/>
              <a:t>(</a:t>
            </a:r>
            <a:r>
              <a:rPr lang="de-CH" dirty="0" err="1" smtClean="0"/>
              <a:t>communication</a:t>
            </a:r>
            <a:r>
              <a:rPr lang="de-CH" dirty="0"/>
              <a:t>, </a:t>
            </a:r>
            <a:r>
              <a:rPr lang="de-CH" dirty="0" err="1"/>
              <a:t>IoT</a:t>
            </a:r>
            <a:r>
              <a:rPr lang="de-CH" dirty="0"/>
              <a:t>, etc.) </a:t>
            </a:r>
            <a:endParaRPr lang="de-CH" noProof="0" dirty="0" smtClean="0"/>
          </a:p>
          <a:p>
            <a:pPr>
              <a:buSzPct val="80000"/>
              <a:buFont typeface="Wingdings" panose="05000000000000000000" pitchFamily="2" charset="2"/>
              <a:buChar char="§"/>
            </a:pPr>
            <a:r>
              <a:rPr lang="en-US" dirty="0"/>
              <a:t>Internet is the largest existing network and is a network of private and public </a:t>
            </a:r>
            <a:r>
              <a:rPr lang="en-US" dirty="0" smtClean="0"/>
              <a:t>networks</a:t>
            </a:r>
            <a:endParaRPr lang="de-CH" noProof="0" dirty="0"/>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3</a:t>
            </a:fld>
            <a:endParaRPr lang="en-US" altLang="de-DE"/>
          </a:p>
        </p:txBody>
      </p:sp>
      <p:grpSp>
        <p:nvGrpSpPr>
          <p:cNvPr id="10" name="Gruppieren 9"/>
          <p:cNvGrpSpPr/>
          <p:nvPr/>
        </p:nvGrpSpPr>
        <p:grpSpPr>
          <a:xfrm>
            <a:off x="1025426" y="4931965"/>
            <a:ext cx="2184166" cy="504056"/>
            <a:chOff x="1831065" y="4283893"/>
            <a:chExt cx="6551730" cy="1511991"/>
          </a:xfrm>
        </p:grpSpPr>
        <p:cxnSp>
          <p:nvCxnSpPr>
            <p:cNvPr id="7" name="Gerader Verbinder 6"/>
            <p:cNvCxnSpPr/>
            <p:nvPr/>
          </p:nvCxnSpPr>
          <p:spPr bwMode="auto">
            <a:xfrm>
              <a:off x="3088451" y="5075981"/>
              <a:ext cx="4248472" cy="0"/>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8" name="Grafik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31065" y="4283893"/>
              <a:ext cx="1497599" cy="1462183"/>
            </a:xfrm>
            <a:prstGeom prst="rect">
              <a:avLst/>
            </a:prstGeom>
          </p:spPr>
        </p:pic>
        <p:pic>
          <p:nvPicPr>
            <p:cNvPr id="9" name="Grafik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85196" y="4333701"/>
              <a:ext cx="1497599" cy="1462183"/>
            </a:xfrm>
            <a:prstGeom prst="rect">
              <a:avLst/>
            </a:prstGeom>
          </p:spPr>
        </p:pic>
      </p:grpSp>
      <p:grpSp>
        <p:nvGrpSpPr>
          <p:cNvPr id="38" name="Gruppieren 37"/>
          <p:cNvGrpSpPr/>
          <p:nvPr/>
        </p:nvGrpSpPr>
        <p:grpSpPr>
          <a:xfrm>
            <a:off x="5561930" y="3872696"/>
            <a:ext cx="3816279" cy="2516541"/>
            <a:chOff x="1134625" y="803716"/>
            <a:chExt cx="8411350" cy="5546634"/>
          </a:xfrm>
        </p:grpSpPr>
        <p:cxnSp>
          <p:nvCxnSpPr>
            <p:cNvPr id="11" name="Gerader Verbinder 10"/>
            <p:cNvCxnSpPr/>
            <p:nvPr/>
          </p:nvCxnSpPr>
          <p:spPr bwMode="auto">
            <a:xfrm flipH="1" flipV="1">
              <a:off x="5849962" y="1809137"/>
              <a:ext cx="1875502" cy="1106604"/>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Gerader Verbinder 11"/>
            <p:cNvCxnSpPr/>
            <p:nvPr/>
          </p:nvCxnSpPr>
          <p:spPr bwMode="auto">
            <a:xfrm flipV="1">
              <a:off x="3053744" y="1907630"/>
              <a:ext cx="1776894" cy="954204"/>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Gerader Verbinder 12"/>
            <p:cNvCxnSpPr/>
            <p:nvPr/>
          </p:nvCxnSpPr>
          <p:spPr bwMode="auto">
            <a:xfrm flipV="1">
              <a:off x="3010125" y="3342152"/>
              <a:ext cx="1" cy="1060386"/>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4" name="Gruppieren 13"/>
            <p:cNvGrpSpPr/>
            <p:nvPr/>
          </p:nvGrpSpPr>
          <p:grpSpPr>
            <a:xfrm>
              <a:off x="1134625" y="4364243"/>
              <a:ext cx="3696013" cy="1986107"/>
              <a:chOff x="1831065" y="2995296"/>
              <a:chExt cx="6551730" cy="3520668"/>
            </a:xfrm>
          </p:grpSpPr>
          <p:cxnSp>
            <p:nvCxnSpPr>
              <p:cNvPr id="15" name="Gerader Verbinder 14"/>
              <p:cNvCxnSpPr/>
              <p:nvPr/>
            </p:nvCxnSpPr>
            <p:spPr bwMode="auto">
              <a:xfrm flipV="1">
                <a:off x="3088451" y="3632047"/>
                <a:ext cx="1565126" cy="1803974"/>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Gerader Verbinder 15"/>
              <p:cNvCxnSpPr/>
              <p:nvPr/>
            </p:nvCxnSpPr>
            <p:spPr bwMode="auto">
              <a:xfrm flipH="1" flipV="1">
                <a:off x="5777954" y="3632047"/>
                <a:ext cx="1668252" cy="1892992"/>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Gerader Verbinder 16"/>
              <p:cNvCxnSpPr/>
              <p:nvPr/>
            </p:nvCxnSpPr>
            <p:spPr bwMode="auto">
              <a:xfrm flipV="1">
                <a:off x="5215765" y="3491805"/>
                <a:ext cx="1" cy="1879691"/>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8" name="Grafik 1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21163" y="2995296"/>
                <a:ext cx="1955473" cy="849001"/>
              </a:xfrm>
              <a:prstGeom prst="rect">
                <a:avLst/>
              </a:prstGeom>
            </p:spPr>
          </p:pic>
          <p:pic>
            <p:nvPicPr>
              <p:cNvPr id="19" name="Grafik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31065" y="5003973"/>
                <a:ext cx="1497599" cy="1462183"/>
              </a:xfrm>
              <a:prstGeom prst="rect">
                <a:avLst/>
              </a:prstGeom>
            </p:spPr>
          </p:pic>
          <p:pic>
            <p:nvPicPr>
              <p:cNvPr id="20" name="Grafik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85196" y="5053781"/>
                <a:ext cx="1497599" cy="1462183"/>
              </a:xfrm>
              <a:prstGeom prst="rect">
                <a:avLst/>
              </a:prstGeom>
            </p:spPr>
          </p:pic>
        </p:grpSp>
        <p:grpSp>
          <p:nvGrpSpPr>
            <p:cNvPr id="22" name="Gruppieren 21"/>
            <p:cNvGrpSpPr/>
            <p:nvPr/>
          </p:nvGrpSpPr>
          <p:grpSpPr>
            <a:xfrm>
              <a:off x="2407426" y="2300539"/>
              <a:ext cx="1050914" cy="1263274"/>
              <a:chOff x="2535169" y="2156743"/>
              <a:chExt cx="945717" cy="1023339"/>
            </a:xfrm>
          </p:grpSpPr>
          <p:pic>
            <p:nvPicPr>
              <p:cNvPr id="23" name="Grafik 2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2647054" y="2156743"/>
                <a:ext cx="833832" cy="1023339"/>
              </a:xfrm>
              <a:prstGeom prst="rect">
                <a:avLst/>
              </a:prstGeom>
            </p:spPr>
          </p:pic>
          <p:pic>
            <p:nvPicPr>
              <p:cNvPr id="24" name="Grafik 2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535169" y="2611431"/>
                <a:ext cx="581621" cy="382707"/>
              </a:xfrm>
              <a:prstGeom prst="rect">
                <a:avLst/>
              </a:prstGeom>
            </p:spPr>
          </p:pic>
        </p:grpSp>
        <p:cxnSp>
          <p:nvCxnSpPr>
            <p:cNvPr id="25" name="Gerader Verbinder 24"/>
            <p:cNvCxnSpPr/>
            <p:nvPr/>
          </p:nvCxnSpPr>
          <p:spPr bwMode="auto">
            <a:xfrm flipV="1">
              <a:off x="7725462" y="3342152"/>
              <a:ext cx="1" cy="1060386"/>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6" name="Gruppieren 25"/>
            <p:cNvGrpSpPr/>
            <p:nvPr/>
          </p:nvGrpSpPr>
          <p:grpSpPr>
            <a:xfrm>
              <a:off x="5849962" y="4364243"/>
              <a:ext cx="3696013" cy="1986107"/>
              <a:chOff x="1831065" y="2995296"/>
              <a:chExt cx="6551730" cy="3520668"/>
            </a:xfrm>
          </p:grpSpPr>
          <p:cxnSp>
            <p:nvCxnSpPr>
              <p:cNvPr id="27" name="Gerader Verbinder 26"/>
              <p:cNvCxnSpPr/>
              <p:nvPr/>
            </p:nvCxnSpPr>
            <p:spPr bwMode="auto">
              <a:xfrm flipV="1">
                <a:off x="3088451" y="3632047"/>
                <a:ext cx="1565126" cy="1803974"/>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Gerader Verbinder 27"/>
              <p:cNvCxnSpPr/>
              <p:nvPr/>
            </p:nvCxnSpPr>
            <p:spPr bwMode="auto">
              <a:xfrm flipH="1" flipV="1">
                <a:off x="5777954" y="3632047"/>
                <a:ext cx="1668252" cy="1892992"/>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Gerader Verbinder 28"/>
              <p:cNvCxnSpPr/>
              <p:nvPr/>
            </p:nvCxnSpPr>
            <p:spPr bwMode="auto">
              <a:xfrm flipV="1">
                <a:off x="5215765" y="3491805"/>
                <a:ext cx="1" cy="1879691"/>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0" name="Grafik 2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21163" y="2995296"/>
                <a:ext cx="1955473" cy="849001"/>
              </a:xfrm>
              <a:prstGeom prst="rect">
                <a:avLst/>
              </a:prstGeom>
            </p:spPr>
          </p:pic>
          <p:pic>
            <p:nvPicPr>
              <p:cNvPr id="31" name="Grafik 3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31065" y="5003973"/>
                <a:ext cx="1497599" cy="1462183"/>
              </a:xfrm>
              <a:prstGeom prst="rect">
                <a:avLst/>
              </a:prstGeom>
            </p:spPr>
          </p:pic>
          <p:pic>
            <p:nvPicPr>
              <p:cNvPr id="32" name="Grafik 3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85196" y="5053781"/>
                <a:ext cx="1497599" cy="1462183"/>
              </a:xfrm>
              <a:prstGeom prst="rect">
                <a:avLst/>
              </a:prstGeom>
            </p:spPr>
          </p:pic>
        </p:grpSp>
        <p:grpSp>
          <p:nvGrpSpPr>
            <p:cNvPr id="34" name="Gruppieren 33"/>
            <p:cNvGrpSpPr/>
            <p:nvPr/>
          </p:nvGrpSpPr>
          <p:grpSpPr>
            <a:xfrm>
              <a:off x="7122763" y="2300539"/>
              <a:ext cx="1050914" cy="1263274"/>
              <a:chOff x="2535169" y="2156743"/>
              <a:chExt cx="945717" cy="1023339"/>
            </a:xfrm>
          </p:grpSpPr>
          <p:pic>
            <p:nvPicPr>
              <p:cNvPr id="35" name="Grafik 3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2647054" y="2156743"/>
                <a:ext cx="833832" cy="1023339"/>
              </a:xfrm>
              <a:prstGeom prst="rect">
                <a:avLst/>
              </a:prstGeom>
            </p:spPr>
          </p:pic>
          <p:pic>
            <p:nvPicPr>
              <p:cNvPr id="36" name="Grafik 3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535169" y="2611431"/>
                <a:ext cx="581621" cy="382707"/>
              </a:xfrm>
              <a:prstGeom prst="rect">
                <a:avLst/>
              </a:prstGeom>
            </p:spPr>
          </p:pic>
        </p:grpSp>
        <p:pic>
          <p:nvPicPr>
            <p:cNvPr id="37" name="Grafik 3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070381" y="803716"/>
              <a:ext cx="2624418" cy="1742516"/>
            </a:xfrm>
            <a:prstGeom prst="rect">
              <a:avLst/>
            </a:prstGeom>
          </p:spPr>
        </p:pic>
      </p:grpSp>
      <p:pic>
        <p:nvPicPr>
          <p:cNvPr id="39" name="Grafik 3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215635" y="6071191"/>
            <a:ext cx="434022" cy="409221"/>
          </a:xfrm>
          <a:prstGeom prst="rect">
            <a:avLst/>
          </a:prstGeom>
        </p:spPr>
      </p:pic>
      <p:pic>
        <p:nvPicPr>
          <p:cNvPr id="40" name="Grafik 3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8353099" y="6014994"/>
            <a:ext cx="420396" cy="573155"/>
          </a:xfrm>
          <a:prstGeom prst="rect">
            <a:avLst/>
          </a:prstGeom>
        </p:spPr>
      </p:pic>
    </p:spTree>
    <p:extLst>
      <p:ext uri="{BB962C8B-B14F-4D97-AF65-F5344CB8AC3E}">
        <p14:creationId xmlns:p14="http://schemas.microsoft.com/office/powerpoint/2010/main" val="36321727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 name="Gerader Verbinder 25"/>
          <p:cNvCxnSpPr>
            <a:stCxn id="19" idx="0"/>
          </p:cNvCxnSpPr>
          <p:nvPr/>
        </p:nvCxnSpPr>
        <p:spPr bwMode="auto">
          <a:xfrm flipH="1" flipV="1">
            <a:off x="4954941" y="2958873"/>
            <a:ext cx="44339" cy="2234149"/>
          </a:xfrm>
          <a:prstGeom prst="line">
            <a:avLst/>
          </a:prstGeom>
          <a:solidFill>
            <a:schemeClr val="accent1"/>
          </a:solidFill>
          <a:ln w="57150" cap="flat" cmpd="sng" algn="ctr">
            <a:solidFill>
              <a:schemeClr val="bg1">
                <a:lumMod val="65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Gerader Verbinder 22"/>
          <p:cNvCxnSpPr/>
          <p:nvPr/>
        </p:nvCxnSpPr>
        <p:spPr bwMode="auto">
          <a:xfrm flipH="1" flipV="1">
            <a:off x="5252468" y="3011112"/>
            <a:ext cx="1942907" cy="2381965"/>
          </a:xfrm>
          <a:prstGeom prst="line">
            <a:avLst/>
          </a:prstGeom>
          <a:solidFill>
            <a:schemeClr val="accent1"/>
          </a:solidFill>
          <a:ln w="57150" cap="flat" cmpd="sng" algn="ctr">
            <a:solidFill>
              <a:schemeClr val="bg1">
                <a:lumMod val="65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Gerader Verbinder 20"/>
          <p:cNvCxnSpPr/>
          <p:nvPr/>
        </p:nvCxnSpPr>
        <p:spPr bwMode="auto">
          <a:xfrm flipV="1">
            <a:off x="2926549" y="2958873"/>
            <a:ext cx="1725071" cy="2263476"/>
          </a:xfrm>
          <a:prstGeom prst="line">
            <a:avLst/>
          </a:prstGeom>
          <a:solidFill>
            <a:schemeClr val="accent1"/>
          </a:solidFill>
          <a:ln w="57150" cap="flat" cmpd="sng" algn="ctr">
            <a:solidFill>
              <a:schemeClr val="bg1">
                <a:lumMod val="65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Titel 1"/>
          <p:cNvSpPr>
            <a:spLocks noGrp="1"/>
          </p:cNvSpPr>
          <p:nvPr>
            <p:ph type="title"/>
          </p:nvPr>
        </p:nvSpPr>
        <p:spPr/>
        <p:txBody>
          <a:bodyPr/>
          <a:lstStyle/>
          <a:p>
            <a:r>
              <a:rPr lang="de-CH" dirty="0" smtClean="0"/>
              <a:t>Network </a:t>
            </a:r>
            <a:r>
              <a:rPr lang="de-CH" dirty="0" err="1"/>
              <a:t>infrastructures</a:t>
            </a:r>
            <a:endParaRPr lang="de-CH" noProof="0" dirty="0"/>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4</a:t>
            </a:fld>
            <a:endParaRPr lang="en-US" altLang="de-DE"/>
          </a:p>
        </p:txBody>
      </p:sp>
      <p:pic>
        <p:nvPicPr>
          <p:cNvPr id="7" name="Grafik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93778" y="2216512"/>
            <a:ext cx="1595374" cy="1059269"/>
          </a:xfrm>
          <a:prstGeom prst="rect">
            <a:avLst/>
          </a:prstGeom>
        </p:spPr>
      </p:pic>
      <p:pic>
        <p:nvPicPr>
          <p:cNvPr id="8" name="Grafik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33538" y="4808800"/>
            <a:ext cx="1595374" cy="1059269"/>
          </a:xfrm>
          <a:prstGeom prst="rect">
            <a:avLst/>
          </a:prstGeom>
        </p:spPr>
      </p:pic>
      <p:pic>
        <p:nvPicPr>
          <p:cNvPr id="9" name="Grafik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21163" y="4808800"/>
            <a:ext cx="1595374" cy="1059269"/>
          </a:xfrm>
          <a:prstGeom prst="rect">
            <a:avLst/>
          </a:prstGeom>
        </p:spPr>
      </p:pic>
      <p:pic>
        <p:nvPicPr>
          <p:cNvPr id="10" name="Grafik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97689" y="4808799"/>
            <a:ext cx="1595374" cy="1059269"/>
          </a:xfrm>
          <a:prstGeom prst="rect">
            <a:avLst/>
          </a:prstGeom>
        </p:spPr>
      </p:pic>
      <p:cxnSp>
        <p:nvCxnSpPr>
          <p:cNvPr id="12" name="Gerader Verbinder 11"/>
          <p:cNvCxnSpPr/>
          <p:nvPr/>
        </p:nvCxnSpPr>
        <p:spPr bwMode="auto">
          <a:xfrm flipV="1">
            <a:off x="809402" y="3959502"/>
            <a:ext cx="8712968" cy="36359"/>
          </a:xfrm>
          <a:prstGeom prst="line">
            <a:avLst/>
          </a:prstGeom>
          <a:solidFill>
            <a:schemeClr val="accent1"/>
          </a:solidFill>
          <a:ln w="57150" cap="flat" cmpd="sng" algn="ctr">
            <a:solidFill>
              <a:schemeClr val="tx1"/>
            </a:solidFill>
            <a:prstDash val="sys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Textfeld 12"/>
          <p:cNvSpPr txBox="1"/>
          <p:nvPr/>
        </p:nvSpPr>
        <p:spPr>
          <a:xfrm>
            <a:off x="760207" y="3559392"/>
            <a:ext cx="3871573" cy="400110"/>
          </a:xfrm>
          <a:prstGeom prst="rect">
            <a:avLst/>
          </a:prstGeom>
          <a:noFill/>
        </p:spPr>
        <p:txBody>
          <a:bodyPr wrap="none" rtlCol="0">
            <a:spAutoFit/>
          </a:bodyPr>
          <a:lstStyle/>
          <a:p>
            <a:r>
              <a:rPr lang="en-US" sz="2000" b="1" dirty="0" smtClean="0"/>
              <a:t>Internet Service Provider (ISP)</a:t>
            </a:r>
            <a:endParaRPr lang="en-US" sz="2000" b="1" dirty="0"/>
          </a:p>
        </p:txBody>
      </p:sp>
      <p:sp>
        <p:nvSpPr>
          <p:cNvPr id="16" name="Textfeld 15"/>
          <p:cNvSpPr txBox="1"/>
          <p:nvPr/>
        </p:nvSpPr>
        <p:spPr>
          <a:xfrm>
            <a:off x="760207" y="3995861"/>
            <a:ext cx="6957354" cy="400110"/>
          </a:xfrm>
          <a:prstGeom prst="rect">
            <a:avLst/>
          </a:prstGeom>
          <a:noFill/>
        </p:spPr>
        <p:txBody>
          <a:bodyPr wrap="none" rtlCol="0">
            <a:spAutoFit/>
          </a:bodyPr>
          <a:lstStyle/>
          <a:p>
            <a:r>
              <a:rPr lang="en-US" sz="2000" b="1" dirty="0"/>
              <a:t>local networks (home network, company network, etc.)</a:t>
            </a:r>
          </a:p>
        </p:txBody>
      </p:sp>
      <p:sp>
        <p:nvSpPr>
          <p:cNvPr id="17" name="Textfeld 16"/>
          <p:cNvSpPr txBox="1"/>
          <p:nvPr/>
        </p:nvSpPr>
        <p:spPr>
          <a:xfrm>
            <a:off x="4604395" y="2619120"/>
            <a:ext cx="3348737" cy="400110"/>
          </a:xfrm>
          <a:prstGeom prst="rect">
            <a:avLst/>
          </a:prstGeom>
          <a:noFill/>
        </p:spPr>
        <p:txBody>
          <a:bodyPr wrap="none" rtlCol="0">
            <a:spAutoFit/>
          </a:bodyPr>
          <a:lstStyle/>
          <a:p>
            <a:r>
              <a:rPr lang="en-US" sz="2000" b="1" dirty="0" smtClean="0"/>
              <a:t>WAN (</a:t>
            </a:r>
            <a:r>
              <a:rPr lang="en-US" sz="2000" b="1" dirty="0"/>
              <a:t>W</a:t>
            </a:r>
            <a:r>
              <a:rPr lang="en-US" sz="2000" b="1" dirty="0" smtClean="0"/>
              <a:t>ide </a:t>
            </a:r>
            <a:r>
              <a:rPr lang="en-US" sz="2000" b="1" dirty="0"/>
              <a:t>A</a:t>
            </a:r>
            <a:r>
              <a:rPr lang="en-US" sz="2000" b="1" dirty="0" smtClean="0"/>
              <a:t>rea Network)</a:t>
            </a:r>
            <a:endParaRPr lang="en-US" sz="2000" b="1" dirty="0"/>
          </a:p>
        </p:txBody>
      </p:sp>
      <p:sp>
        <p:nvSpPr>
          <p:cNvPr id="18" name="Textfeld 17"/>
          <p:cNvSpPr txBox="1"/>
          <p:nvPr/>
        </p:nvSpPr>
        <p:spPr>
          <a:xfrm>
            <a:off x="2426828" y="5193022"/>
            <a:ext cx="713657" cy="400110"/>
          </a:xfrm>
          <a:prstGeom prst="rect">
            <a:avLst/>
          </a:prstGeom>
          <a:noFill/>
        </p:spPr>
        <p:txBody>
          <a:bodyPr wrap="none" rtlCol="0">
            <a:spAutoFit/>
          </a:bodyPr>
          <a:lstStyle/>
          <a:p>
            <a:r>
              <a:rPr lang="en-US" sz="2000" b="1" dirty="0" smtClean="0"/>
              <a:t>LAN</a:t>
            </a:r>
            <a:endParaRPr lang="en-US" sz="2000" b="1" dirty="0"/>
          </a:p>
        </p:txBody>
      </p:sp>
      <p:sp>
        <p:nvSpPr>
          <p:cNvPr id="19" name="Textfeld 18"/>
          <p:cNvSpPr txBox="1"/>
          <p:nvPr/>
        </p:nvSpPr>
        <p:spPr>
          <a:xfrm>
            <a:off x="4642451" y="5193022"/>
            <a:ext cx="713657" cy="400110"/>
          </a:xfrm>
          <a:prstGeom prst="rect">
            <a:avLst/>
          </a:prstGeom>
          <a:noFill/>
        </p:spPr>
        <p:txBody>
          <a:bodyPr wrap="none" rtlCol="0">
            <a:spAutoFit/>
          </a:bodyPr>
          <a:lstStyle/>
          <a:p>
            <a:r>
              <a:rPr lang="en-US" sz="2000" b="1" dirty="0" smtClean="0"/>
              <a:t>LAN</a:t>
            </a:r>
            <a:endParaRPr lang="en-US" sz="2000" b="1" dirty="0"/>
          </a:p>
        </p:txBody>
      </p:sp>
      <p:sp>
        <p:nvSpPr>
          <p:cNvPr id="20" name="Textfeld 19"/>
          <p:cNvSpPr txBox="1"/>
          <p:nvPr/>
        </p:nvSpPr>
        <p:spPr>
          <a:xfrm>
            <a:off x="6838547" y="5193022"/>
            <a:ext cx="3337901" cy="400110"/>
          </a:xfrm>
          <a:prstGeom prst="rect">
            <a:avLst/>
          </a:prstGeom>
          <a:noFill/>
        </p:spPr>
        <p:txBody>
          <a:bodyPr wrap="none" rtlCol="0">
            <a:spAutoFit/>
          </a:bodyPr>
          <a:lstStyle/>
          <a:p>
            <a:r>
              <a:rPr lang="en-US" sz="2000" b="1" dirty="0" smtClean="0"/>
              <a:t>LAN (Local </a:t>
            </a:r>
            <a:r>
              <a:rPr lang="en-US" sz="2000" b="1" dirty="0"/>
              <a:t>A</a:t>
            </a:r>
            <a:r>
              <a:rPr lang="en-US" sz="2000" b="1" dirty="0" smtClean="0"/>
              <a:t>rea </a:t>
            </a:r>
            <a:r>
              <a:rPr lang="en-US" sz="2000" b="1" dirty="0"/>
              <a:t>N</a:t>
            </a:r>
            <a:r>
              <a:rPr lang="en-US" sz="2000" b="1" dirty="0" smtClean="0"/>
              <a:t>etwork)</a:t>
            </a:r>
            <a:endParaRPr lang="en-US" sz="2000" b="1" dirty="0"/>
          </a:p>
        </p:txBody>
      </p:sp>
      <p:sp>
        <p:nvSpPr>
          <p:cNvPr id="22" name="Inhaltsplatzhalter 2"/>
          <p:cNvSpPr>
            <a:spLocks noGrp="1"/>
          </p:cNvSpPr>
          <p:nvPr>
            <p:ph idx="1"/>
          </p:nvPr>
        </p:nvSpPr>
        <p:spPr>
          <a:xfrm>
            <a:off x="484501" y="5957710"/>
            <a:ext cx="8604547" cy="950663"/>
          </a:xfrm>
        </p:spPr>
        <p:txBody>
          <a:bodyPr/>
          <a:lstStyle/>
          <a:p>
            <a:pPr>
              <a:buSzPct val="80000"/>
              <a:buFont typeface="Wingdings" panose="05000000000000000000" pitchFamily="2" charset="2"/>
              <a:buChar char="§"/>
            </a:pPr>
            <a:r>
              <a:rPr lang="de-CH" dirty="0" err="1"/>
              <a:t>short</a:t>
            </a:r>
            <a:r>
              <a:rPr lang="de-CH" dirty="0"/>
              <a:t> </a:t>
            </a:r>
            <a:r>
              <a:rPr lang="de-CH" dirty="0" err="1" smtClean="0"/>
              <a:t>distances</a:t>
            </a:r>
            <a:endParaRPr lang="de-CH" dirty="0" smtClean="0"/>
          </a:p>
          <a:p>
            <a:pPr>
              <a:buSzPct val="80000"/>
              <a:buFont typeface="Wingdings" panose="05000000000000000000" pitchFamily="2" charset="2"/>
              <a:buChar char="§"/>
            </a:pPr>
            <a:r>
              <a:rPr lang="en-US" dirty="0"/>
              <a:t>e.g. home network, company network; often managed locally</a:t>
            </a:r>
            <a:endParaRPr lang="de-CH" dirty="0" smtClean="0"/>
          </a:p>
        </p:txBody>
      </p:sp>
      <p:sp>
        <p:nvSpPr>
          <p:cNvPr id="24" name="Inhaltsplatzhalter 2"/>
          <p:cNvSpPr txBox="1">
            <a:spLocks/>
          </p:cNvSpPr>
          <p:nvPr/>
        </p:nvSpPr>
        <p:spPr bwMode="auto">
          <a:xfrm>
            <a:off x="474663" y="1362490"/>
            <a:ext cx="8604547" cy="1321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9" tIns="45715" rIns="91429" bIns="45715" numCol="1" anchor="t" anchorCtr="0" compatLnSpc="1">
            <a:prstTxWarp prst="textNoShape">
              <a:avLst/>
            </a:prstTxWarp>
          </a:bodyPr>
          <a:lstStyle>
            <a:lvl1pPr marL="373063" indent="-373063" algn="l" defTabSz="995363" rtl="0" eaLnBrk="1" fontAlgn="base" hangingPunct="1">
              <a:spcBef>
                <a:spcPct val="20000"/>
              </a:spcBef>
              <a:spcAft>
                <a:spcPct val="0"/>
              </a:spcAft>
              <a:buClr>
                <a:srgbClr val="FF6600"/>
              </a:buClr>
              <a:buChar char="•"/>
              <a:defRPr sz="2000" b="1">
                <a:solidFill>
                  <a:schemeClr val="tx1"/>
                </a:solidFill>
                <a:latin typeface="+mn-lt"/>
                <a:ea typeface="+mn-ea"/>
                <a:cs typeface="+mn-cs"/>
              </a:defRPr>
            </a:lvl1pPr>
            <a:lvl2pPr marL="809625" indent="-311150" algn="l" defTabSz="995363" rtl="0" eaLnBrk="1" fontAlgn="base" hangingPunct="1">
              <a:spcBef>
                <a:spcPct val="20000"/>
              </a:spcBef>
              <a:spcAft>
                <a:spcPct val="0"/>
              </a:spcAft>
              <a:buClr>
                <a:srgbClr val="FF6600"/>
              </a:buClr>
              <a:buChar char="•"/>
              <a:defRPr sz="2000">
                <a:solidFill>
                  <a:srgbClr val="787878"/>
                </a:solidFill>
                <a:latin typeface="+mn-lt"/>
              </a:defRPr>
            </a:lvl2pPr>
            <a:lvl3pPr marL="1244600" indent="-249238" algn="l" defTabSz="995363" rtl="0" eaLnBrk="1" fontAlgn="base" hangingPunct="1">
              <a:spcBef>
                <a:spcPct val="20000"/>
              </a:spcBef>
              <a:spcAft>
                <a:spcPct val="0"/>
              </a:spcAft>
              <a:buClr>
                <a:srgbClr val="FF6600"/>
              </a:buClr>
              <a:buChar char="•"/>
              <a:defRPr sz="2000">
                <a:solidFill>
                  <a:srgbClr val="787878"/>
                </a:solidFill>
                <a:latin typeface="+mn-lt"/>
              </a:defRPr>
            </a:lvl3pPr>
            <a:lvl4pPr marL="1741488" indent="-247650" algn="l" defTabSz="995363" rtl="0" eaLnBrk="1" fontAlgn="base" hangingPunct="1">
              <a:spcBef>
                <a:spcPct val="20000"/>
              </a:spcBef>
              <a:spcAft>
                <a:spcPct val="0"/>
              </a:spcAft>
              <a:buClr>
                <a:srgbClr val="FF6600"/>
              </a:buClr>
              <a:buChar char="•"/>
              <a:defRPr sz="2000">
                <a:solidFill>
                  <a:srgbClr val="787878"/>
                </a:solidFill>
                <a:latin typeface="+mn-lt"/>
              </a:defRPr>
            </a:lvl4pPr>
            <a:lvl5pPr marL="2239963" indent="-249238" algn="l" defTabSz="995363" rtl="0" eaLnBrk="1" fontAlgn="base" hangingPunct="1">
              <a:spcBef>
                <a:spcPct val="20000"/>
              </a:spcBef>
              <a:spcAft>
                <a:spcPct val="0"/>
              </a:spcAft>
              <a:buClr>
                <a:srgbClr val="FF6600"/>
              </a:buClr>
              <a:buChar char="•"/>
              <a:defRPr sz="2000" b="1">
                <a:solidFill>
                  <a:schemeClr val="tx1"/>
                </a:solidFill>
                <a:latin typeface="+mn-lt"/>
              </a:defRPr>
            </a:lvl5pPr>
            <a:lvl6pPr marL="2697163" indent="-249238" algn="l" defTabSz="995363" rtl="0" eaLnBrk="1" fontAlgn="base" hangingPunct="1">
              <a:spcBef>
                <a:spcPct val="20000"/>
              </a:spcBef>
              <a:spcAft>
                <a:spcPct val="0"/>
              </a:spcAft>
              <a:buClr>
                <a:srgbClr val="FF6600"/>
              </a:buClr>
              <a:buChar char="•"/>
              <a:defRPr sz="2000" b="1">
                <a:solidFill>
                  <a:schemeClr val="tx1"/>
                </a:solidFill>
                <a:latin typeface="+mn-lt"/>
              </a:defRPr>
            </a:lvl6pPr>
            <a:lvl7pPr marL="3154363" indent="-249238" algn="l" defTabSz="995363" rtl="0" eaLnBrk="1" fontAlgn="base" hangingPunct="1">
              <a:spcBef>
                <a:spcPct val="20000"/>
              </a:spcBef>
              <a:spcAft>
                <a:spcPct val="0"/>
              </a:spcAft>
              <a:buClr>
                <a:srgbClr val="FF6600"/>
              </a:buClr>
              <a:buChar char="•"/>
              <a:defRPr sz="2000" b="1">
                <a:solidFill>
                  <a:schemeClr val="tx1"/>
                </a:solidFill>
                <a:latin typeface="+mn-lt"/>
              </a:defRPr>
            </a:lvl7pPr>
            <a:lvl8pPr marL="3611563" indent="-249238" algn="l" defTabSz="995363" rtl="0" eaLnBrk="1" fontAlgn="base" hangingPunct="1">
              <a:spcBef>
                <a:spcPct val="20000"/>
              </a:spcBef>
              <a:spcAft>
                <a:spcPct val="0"/>
              </a:spcAft>
              <a:buClr>
                <a:srgbClr val="FF6600"/>
              </a:buClr>
              <a:buChar char="•"/>
              <a:defRPr sz="2000" b="1">
                <a:solidFill>
                  <a:schemeClr val="tx1"/>
                </a:solidFill>
                <a:latin typeface="+mn-lt"/>
              </a:defRPr>
            </a:lvl8pPr>
            <a:lvl9pPr marL="4068763" indent="-249238" algn="l" defTabSz="995363" rtl="0" eaLnBrk="1" fontAlgn="base" hangingPunct="1">
              <a:spcBef>
                <a:spcPct val="20000"/>
              </a:spcBef>
              <a:spcAft>
                <a:spcPct val="0"/>
              </a:spcAft>
              <a:buClr>
                <a:srgbClr val="FF6600"/>
              </a:buClr>
              <a:buChar char="•"/>
              <a:defRPr sz="2000" b="1">
                <a:solidFill>
                  <a:schemeClr val="tx1"/>
                </a:solidFill>
                <a:latin typeface="+mn-lt"/>
              </a:defRPr>
            </a:lvl9pPr>
          </a:lstStyle>
          <a:p>
            <a:pPr marL="234000" indent="-234000" algn="just">
              <a:buSzPct val="80000"/>
              <a:buFont typeface="Wingdings" panose="05000000000000000000" pitchFamily="2" charset="2"/>
              <a:buChar char="§"/>
            </a:pPr>
            <a:r>
              <a:rPr lang="de-CH" kern="0" dirty="0" smtClean="0"/>
              <a:t> </a:t>
            </a:r>
            <a:r>
              <a:rPr lang="de-CH" kern="0" dirty="0"/>
              <a:t>Long </a:t>
            </a:r>
            <a:r>
              <a:rPr lang="de-CH" kern="0" dirty="0" err="1" smtClean="0"/>
              <a:t>distances</a:t>
            </a:r>
            <a:endParaRPr lang="de-CH" kern="0" dirty="0" smtClean="0"/>
          </a:p>
          <a:p>
            <a:pPr marL="234000" indent="-234000" algn="just">
              <a:buSzPct val="80000"/>
              <a:buFont typeface="Wingdings" panose="05000000000000000000" pitchFamily="2" charset="2"/>
              <a:buChar char="§"/>
            </a:pPr>
            <a:r>
              <a:rPr lang="de-CH" kern="0" dirty="0" smtClean="0"/>
              <a:t> </a:t>
            </a:r>
            <a:r>
              <a:rPr lang="de-CH" kern="0" dirty="0"/>
              <a:t>LAN </a:t>
            </a:r>
            <a:r>
              <a:rPr lang="de-CH" kern="0" dirty="0" err="1" smtClean="0"/>
              <a:t>spanning</a:t>
            </a:r>
            <a:endParaRPr lang="de-CH" kern="0" dirty="0" smtClean="0"/>
          </a:p>
          <a:p>
            <a:pPr marL="234000" indent="-234000" algn="just">
              <a:buSzPct val="80000"/>
              <a:buFont typeface="Wingdings" panose="05000000000000000000" pitchFamily="2" charset="2"/>
              <a:buChar char="§"/>
            </a:pPr>
            <a:r>
              <a:rPr lang="de-CH" kern="0" dirty="0" smtClean="0"/>
              <a:t> </a:t>
            </a:r>
            <a:r>
              <a:rPr lang="de-CH" kern="0" dirty="0" err="1"/>
              <a:t>Mostly</a:t>
            </a:r>
            <a:r>
              <a:rPr lang="de-CH" kern="0" dirty="0"/>
              <a:t> </a:t>
            </a:r>
            <a:r>
              <a:rPr lang="de-CH" kern="0" dirty="0" err="1"/>
              <a:t>managed</a:t>
            </a:r>
            <a:r>
              <a:rPr lang="de-CH" kern="0" dirty="0"/>
              <a:t> </a:t>
            </a:r>
            <a:r>
              <a:rPr lang="de-CH" kern="0" dirty="0" err="1"/>
              <a:t>by</a:t>
            </a:r>
            <a:r>
              <a:rPr lang="de-CH" kern="0" dirty="0"/>
              <a:t> ISPs</a:t>
            </a:r>
            <a:endParaRPr lang="de-CH" kern="0" dirty="0" smtClean="0"/>
          </a:p>
        </p:txBody>
      </p:sp>
    </p:spTree>
    <p:extLst>
      <p:ext uri="{BB962C8B-B14F-4D97-AF65-F5344CB8AC3E}">
        <p14:creationId xmlns:p14="http://schemas.microsoft.com/office/powerpoint/2010/main" val="26204306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5</a:t>
            </a:fld>
            <a:endParaRPr lang="en-US" altLang="de-DE"/>
          </a:p>
        </p:txBody>
      </p:sp>
      <p:sp>
        <p:nvSpPr>
          <p:cNvPr id="7" name="Titel 1"/>
          <p:cNvSpPr txBox="1">
            <a:spLocks/>
          </p:cNvSpPr>
          <p:nvPr/>
        </p:nvSpPr>
        <p:spPr bwMode="auto">
          <a:xfrm>
            <a:off x="476250" y="493713"/>
            <a:ext cx="8199438"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9" tIns="45715" rIns="91429" bIns="45715" numCol="1" anchor="t" anchorCtr="0" compatLnSpc="1">
            <a:prstTxWarp prst="textNoShape">
              <a:avLst/>
            </a:prstTxWarp>
          </a:bodyPr>
          <a:lstStyle>
            <a:lvl1pPr algn="l" defTabSz="995363" rtl="0" eaLnBrk="1" fontAlgn="base" hangingPunct="1">
              <a:spcBef>
                <a:spcPct val="0"/>
              </a:spcBef>
              <a:spcAft>
                <a:spcPct val="0"/>
              </a:spcAft>
              <a:defRPr sz="2800" b="1">
                <a:solidFill>
                  <a:srgbClr val="787878"/>
                </a:solidFill>
                <a:latin typeface="+mj-lt"/>
                <a:ea typeface="+mj-ea"/>
                <a:cs typeface="+mj-cs"/>
              </a:defRPr>
            </a:lvl1pPr>
            <a:lvl2pPr algn="l" defTabSz="995363" rtl="0" eaLnBrk="1" fontAlgn="base" hangingPunct="1">
              <a:spcBef>
                <a:spcPct val="0"/>
              </a:spcBef>
              <a:spcAft>
                <a:spcPct val="0"/>
              </a:spcAft>
              <a:defRPr sz="2800" b="1">
                <a:solidFill>
                  <a:srgbClr val="787878"/>
                </a:solidFill>
                <a:latin typeface="Arial" charset="0"/>
              </a:defRPr>
            </a:lvl2pPr>
            <a:lvl3pPr algn="l" defTabSz="995363" rtl="0" eaLnBrk="1" fontAlgn="base" hangingPunct="1">
              <a:spcBef>
                <a:spcPct val="0"/>
              </a:spcBef>
              <a:spcAft>
                <a:spcPct val="0"/>
              </a:spcAft>
              <a:defRPr sz="2800" b="1">
                <a:solidFill>
                  <a:srgbClr val="787878"/>
                </a:solidFill>
                <a:latin typeface="Arial" charset="0"/>
              </a:defRPr>
            </a:lvl3pPr>
            <a:lvl4pPr algn="l" defTabSz="995363" rtl="0" eaLnBrk="1" fontAlgn="base" hangingPunct="1">
              <a:spcBef>
                <a:spcPct val="0"/>
              </a:spcBef>
              <a:spcAft>
                <a:spcPct val="0"/>
              </a:spcAft>
              <a:defRPr sz="2800" b="1">
                <a:solidFill>
                  <a:srgbClr val="787878"/>
                </a:solidFill>
                <a:latin typeface="Arial" charset="0"/>
              </a:defRPr>
            </a:lvl4pPr>
            <a:lvl5pPr algn="l" defTabSz="995363" rtl="0" eaLnBrk="1" fontAlgn="base" hangingPunct="1">
              <a:spcBef>
                <a:spcPct val="0"/>
              </a:spcBef>
              <a:spcAft>
                <a:spcPct val="0"/>
              </a:spcAft>
              <a:defRPr sz="2800" b="1">
                <a:solidFill>
                  <a:srgbClr val="787878"/>
                </a:solidFill>
                <a:latin typeface="Arial" charset="0"/>
              </a:defRPr>
            </a:lvl5pPr>
            <a:lvl6pPr marL="457200" algn="l" defTabSz="995363" rtl="0" eaLnBrk="1" fontAlgn="base" hangingPunct="1">
              <a:spcBef>
                <a:spcPct val="0"/>
              </a:spcBef>
              <a:spcAft>
                <a:spcPct val="0"/>
              </a:spcAft>
              <a:defRPr sz="2800" b="1">
                <a:solidFill>
                  <a:srgbClr val="787878"/>
                </a:solidFill>
                <a:latin typeface="Arial" charset="0"/>
              </a:defRPr>
            </a:lvl6pPr>
            <a:lvl7pPr marL="914400" algn="l" defTabSz="995363" rtl="0" eaLnBrk="1" fontAlgn="base" hangingPunct="1">
              <a:spcBef>
                <a:spcPct val="0"/>
              </a:spcBef>
              <a:spcAft>
                <a:spcPct val="0"/>
              </a:spcAft>
              <a:defRPr sz="2800" b="1">
                <a:solidFill>
                  <a:srgbClr val="787878"/>
                </a:solidFill>
                <a:latin typeface="Arial" charset="0"/>
              </a:defRPr>
            </a:lvl7pPr>
            <a:lvl8pPr marL="1371600" algn="l" defTabSz="995363" rtl="0" eaLnBrk="1" fontAlgn="base" hangingPunct="1">
              <a:spcBef>
                <a:spcPct val="0"/>
              </a:spcBef>
              <a:spcAft>
                <a:spcPct val="0"/>
              </a:spcAft>
              <a:defRPr sz="2800" b="1">
                <a:solidFill>
                  <a:srgbClr val="787878"/>
                </a:solidFill>
                <a:latin typeface="Arial" charset="0"/>
              </a:defRPr>
            </a:lvl8pPr>
            <a:lvl9pPr marL="1828800" algn="l" defTabSz="995363" rtl="0" eaLnBrk="1" fontAlgn="base" hangingPunct="1">
              <a:spcBef>
                <a:spcPct val="0"/>
              </a:spcBef>
              <a:spcAft>
                <a:spcPct val="0"/>
              </a:spcAft>
              <a:defRPr sz="2800" b="1">
                <a:solidFill>
                  <a:srgbClr val="787878"/>
                </a:solidFill>
                <a:latin typeface="Arial" charset="0"/>
              </a:defRPr>
            </a:lvl9pPr>
          </a:lstStyle>
          <a:p>
            <a:r>
              <a:rPr lang="de-CH" dirty="0"/>
              <a:t>Network </a:t>
            </a:r>
            <a:r>
              <a:rPr lang="de-CH" dirty="0" err="1"/>
              <a:t>Addresses</a:t>
            </a:r>
            <a:endParaRPr lang="de-CH" kern="0" dirty="0"/>
          </a:p>
        </p:txBody>
      </p:sp>
      <p:sp>
        <p:nvSpPr>
          <p:cNvPr id="8" name="Inhaltsplatzhalter 2"/>
          <p:cNvSpPr>
            <a:spLocks noGrp="1"/>
          </p:cNvSpPr>
          <p:nvPr>
            <p:ph idx="1"/>
          </p:nvPr>
        </p:nvSpPr>
        <p:spPr>
          <a:xfrm>
            <a:off x="485775" y="2038350"/>
            <a:ext cx="9529763" cy="4670425"/>
          </a:xfrm>
        </p:spPr>
        <p:txBody>
          <a:bodyPr/>
          <a:lstStyle/>
          <a:p>
            <a:pPr>
              <a:buSzPct val="80000"/>
              <a:buFont typeface="Wingdings" panose="05000000000000000000" pitchFamily="2" charset="2"/>
              <a:buChar char="§"/>
            </a:pPr>
            <a:r>
              <a:rPr lang="en-US" dirty="0"/>
              <a:t>Network addresses serve as unique identifiers in the </a:t>
            </a:r>
            <a:r>
              <a:rPr lang="en-US" dirty="0" smtClean="0"/>
              <a:t>network</a:t>
            </a:r>
          </a:p>
          <a:p>
            <a:pPr>
              <a:buSzPct val="80000"/>
              <a:buFont typeface="Wingdings" panose="05000000000000000000" pitchFamily="2" charset="2"/>
              <a:buChar char="§"/>
            </a:pPr>
            <a:r>
              <a:rPr lang="en-US" dirty="0"/>
              <a:t>Each device in the network has two different </a:t>
            </a:r>
            <a:r>
              <a:rPr lang="en-US" dirty="0" smtClean="0"/>
              <a:t>addresses</a:t>
            </a:r>
          </a:p>
          <a:p>
            <a:pPr lvl="1">
              <a:buSzPct val="80000"/>
              <a:buFont typeface="Wingdings" panose="05000000000000000000" pitchFamily="2" charset="2"/>
              <a:buChar char="§"/>
            </a:pPr>
            <a:r>
              <a:rPr lang="de-CH" dirty="0" err="1"/>
              <a:t>Physical</a:t>
            </a:r>
            <a:r>
              <a:rPr lang="de-CH" dirty="0"/>
              <a:t> </a:t>
            </a:r>
            <a:r>
              <a:rPr lang="de-CH" dirty="0" err="1"/>
              <a:t>address</a:t>
            </a:r>
            <a:r>
              <a:rPr lang="de-CH" dirty="0"/>
              <a:t> -&gt; MAC </a:t>
            </a:r>
            <a:r>
              <a:rPr lang="de-CH" dirty="0" err="1" smtClean="0"/>
              <a:t>address</a:t>
            </a:r>
            <a:endParaRPr lang="de-CH" dirty="0" smtClean="0"/>
          </a:p>
          <a:p>
            <a:pPr lvl="1">
              <a:buSzPct val="80000"/>
              <a:buFont typeface="Wingdings" panose="05000000000000000000" pitchFamily="2" charset="2"/>
              <a:buChar char="§"/>
            </a:pPr>
            <a:r>
              <a:rPr lang="de-CH" dirty="0"/>
              <a:t>Logical </a:t>
            </a:r>
            <a:r>
              <a:rPr lang="de-CH" dirty="0" err="1"/>
              <a:t>address</a:t>
            </a:r>
            <a:r>
              <a:rPr lang="de-CH" dirty="0"/>
              <a:t> -&gt; IP </a:t>
            </a:r>
            <a:r>
              <a:rPr lang="de-CH" dirty="0" err="1" smtClean="0"/>
              <a:t>address</a:t>
            </a:r>
            <a:endParaRPr lang="de-CH" dirty="0" smtClean="0"/>
          </a:p>
          <a:p>
            <a:pPr>
              <a:buSzPct val="80000"/>
              <a:buFont typeface="Wingdings" panose="05000000000000000000" pitchFamily="2" charset="2"/>
              <a:buChar char="§"/>
            </a:pPr>
            <a:r>
              <a:rPr lang="en-US" dirty="0"/>
              <a:t>Link between IP and MAC address (ARP)</a:t>
            </a:r>
            <a:endParaRPr lang="de-CH" noProof="0" dirty="0"/>
          </a:p>
        </p:txBody>
      </p:sp>
    </p:spTree>
    <p:extLst>
      <p:ext uri="{BB962C8B-B14F-4D97-AF65-F5344CB8AC3E}">
        <p14:creationId xmlns:p14="http://schemas.microsoft.com/office/powerpoint/2010/main" val="1962811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CH" noProof="0" dirty="0" smtClean="0"/>
              <a:t>MAC-</a:t>
            </a:r>
            <a:r>
              <a:rPr lang="de-CH" noProof="0" dirty="0" err="1" smtClean="0"/>
              <a:t>Address</a:t>
            </a:r>
            <a:endParaRPr lang="de-CH" noProof="0" dirty="0"/>
          </a:p>
        </p:txBody>
      </p:sp>
      <p:sp>
        <p:nvSpPr>
          <p:cNvPr id="3" name="Inhaltsplatzhalter 2"/>
          <p:cNvSpPr>
            <a:spLocks noGrp="1"/>
          </p:cNvSpPr>
          <p:nvPr>
            <p:ph idx="1"/>
          </p:nvPr>
        </p:nvSpPr>
        <p:spPr>
          <a:xfrm>
            <a:off x="485775" y="1691605"/>
            <a:ext cx="9529763" cy="4670425"/>
          </a:xfrm>
        </p:spPr>
        <p:txBody>
          <a:bodyPr/>
          <a:lstStyle/>
          <a:p>
            <a:pPr>
              <a:buSzPct val="80000"/>
              <a:buFont typeface="Wingdings" panose="05000000000000000000" pitchFamily="2" charset="2"/>
              <a:buChar char="§"/>
            </a:pPr>
            <a:r>
              <a:rPr lang="de-CH" dirty="0"/>
              <a:t>Unique </a:t>
            </a:r>
            <a:r>
              <a:rPr lang="de-CH" dirty="0" err="1" smtClean="0"/>
              <a:t>identification</a:t>
            </a:r>
            <a:endParaRPr lang="de-CH" dirty="0" smtClean="0"/>
          </a:p>
          <a:p>
            <a:pPr>
              <a:buSzPct val="80000"/>
              <a:buFont typeface="Wingdings" panose="05000000000000000000" pitchFamily="2" charset="2"/>
              <a:buChar char="§"/>
            </a:pPr>
            <a:r>
              <a:rPr lang="en-US" dirty="0"/>
              <a:t>Is allocated by Manufacture of Internet-enabled </a:t>
            </a:r>
            <a:r>
              <a:rPr lang="en-US" dirty="0" smtClean="0"/>
              <a:t>devices</a:t>
            </a:r>
          </a:p>
          <a:p>
            <a:pPr>
              <a:buSzPct val="80000"/>
              <a:buFont typeface="Wingdings" panose="05000000000000000000" pitchFamily="2" charset="2"/>
              <a:buChar char="§"/>
            </a:pPr>
            <a:r>
              <a:rPr lang="en-US" dirty="0"/>
              <a:t>The MAC address can be used to identify some of the manufacturers</a:t>
            </a:r>
            <a:r>
              <a:rPr lang="en-US" dirty="0" smtClean="0"/>
              <a:t>.</a:t>
            </a:r>
          </a:p>
          <a:p>
            <a:pPr>
              <a:buSzPct val="80000"/>
              <a:buFont typeface="Wingdings" panose="05000000000000000000" pitchFamily="2" charset="2"/>
              <a:buChar char="§"/>
            </a:pPr>
            <a:r>
              <a:rPr lang="en-US" kern="1200" dirty="0">
                <a:latin typeface="Arial" charset="0"/>
              </a:rPr>
              <a:t>Address is 48 bit </a:t>
            </a:r>
            <a:r>
              <a:rPr lang="en-US" kern="1200" dirty="0" smtClean="0">
                <a:latin typeface="Arial" charset="0"/>
              </a:rPr>
              <a:t>long</a:t>
            </a:r>
          </a:p>
          <a:p>
            <a:pPr lvl="1">
              <a:buSzPct val="80000"/>
              <a:buFont typeface="Wingdings" panose="05000000000000000000" pitchFamily="2" charset="2"/>
              <a:buChar char="§"/>
            </a:pPr>
            <a:r>
              <a:rPr lang="de-CH" kern="1200" dirty="0" err="1" smtClean="0">
                <a:latin typeface="Arial" charset="0"/>
              </a:rPr>
              <a:t>Example</a:t>
            </a:r>
            <a:r>
              <a:rPr lang="de-CH" kern="1200" noProof="0" dirty="0" smtClean="0">
                <a:latin typeface="Arial" charset="0"/>
              </a:rPr>
              <a:t>: 00-16-21-25-AF-D7</a:t>
            </a:r>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6</a:t>
            </a:fld>
            <a:endParaRPr lang="en-US" altLang="de-DE"/>
          </a:p>
        </p:txBody>
      </p:sp>
    </p:spTree>
    <p:extLst>
      <p:ext uri="{BB962C8B-B14F-4D97-AF65-F5344CB8AC3E}">
        <p14:creationId xmlns:p14="http://schemas.microsoft.com/office/powerpoint/2010/main" val="15476101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fik 6"/>
          <p:cNvPicPr>
            <a:picLocks noChangeAspect="1"/>
          </p:cNvPicPr>
          <p:nvPr/>
        </p:nvPicPr>
        <p:blipFill>
          <a:blip r:embed="rId3"/>
          <a:stretch>
            <a:fillRect/>
          </a:stretch>
        </p:blipFill>
        <p:spPr>
          <a:xfrm>
            <a:off x="6448425" y="3219356"/>
            <a:ext cx="3982268" cy="2269893"/>
          </a:xfrm>
          <a:prstGeom prst="rect">
            <a:avLst/>
          </a:prstGeom>
        </p:spPr>
      </p:pic>
      <p:sp>
        <p:nvSpPr>
          <p:cNvPr id="2" name="Titel 1"/>
          <p:cNvSpPr>
            <a:spLocks noGrp="1"/>
          </p:cNvSpPr>
          <p:nvPr>
            <p:ph type="title"/>
          </p:nvPr>
        </p:nvSpPr>
        <p:spPr/>
        <p:txBody>
          <a:bodyPr/>
          <a:lstStyle/>
          <a:p>
            <a:r>
              <a:rPr lang="de-CH" noProof="0" dirty="0" smtClean="0"/>
              <a:t>IP-</a:t>
            </a:r>
            <a:r>
              <a:rPr lang="de-CH" noProof="0" dirty="0" err="1" smtClean="0"/>
              <a:t>Address</a:t>
            </a:r>
            <a:r>
              <a:rPr lang="de-CH" noProof="0" dirty="0" smtClean="0"/>
              <a:t> (IPv4)</a:t>
            </a:r>
            <a:endParaRPr lang="de-CH" noProof="0" dirty="0"/>
          </a:p>
        </p:txBody>
      </p:sp>
      <p:sp>
        <p:nvSpPr>
          <p:cNvPr id="3" name="Inhaltsplatzhalter 2"/>
          <p:cNvSpPr>
            <a:spLocks noGrp="1"/>
          </p:cNvSpPr>
          <p:nvPr>
            <p:ph idx="1"/>
          </p:nvPr>
        </p:nvSpPr>
        <p:spPr>
          <a:xfrm>
            <a:off x="485775" y="1475581"/>
            <a:ext cx="9734550" cy="4670425"/>
          </a:xfrm>
        </p:spPr>
        <p:txBody>
          <a:bodyPr/>
          <a:lstStyle/>
          <a:p>
            <a:pPr>
              <a:buSzPct val="80000"/>
              <a:buFont typeface="Wingdings" panose="05000000000000000000" pitchFamily="2" charset="2"/>
              <a:buChar char="§"/>
            </a:pPr>
            <a:r>
              <a:rPr lang="de-CH" noProof="0" dirty="0" smtClean="0"/>
              <a:t>Internet Protocol</a:t>
            </a:r>
          </a:p>
          <a:p>
            <a:pPr>
              <a:buSzPct val="80000"/>
              <a:buFont typeface="Wingdings" panose="05000000000000000000" pitchFamily="2" charset="2"/>
              <a:buChar char="§"/>
            </a:pPr>
            <a:r>
              <a:rPr lang="de-CH" dirty="0" err="1"/>
              <a:t>Temporary</a:t>
            </a:r>
            <a:r>
              <a:rPr lang="de-CH" dirty="0"/>
              <a:t> </a:t>
            </a:r>
            <a:r>
              <a:rPr lang="de-CH" dirty="0" err="1"/>
              <a:t>identification</a:t>
            </a:r>
            <a:r>
              <a:rPr lang="de-CH" dirty="0"/>
              <a:t> in </a:t>
            </a:r>
            <a:r>
              <a:rPr lang="de-CH" dirty="0" err="1" smtClean="0"/>
              <a:t>networks</a:t>
            </a:r>
            <a:endParaRPr lang="de-CH" dirty="0" smtClean="0"/>
          </a:p>
          <a:p>
            <a:pPr>
              <a:buSzPct val="80000"/>
              <a:buFont typeface="Wingdings" panose="05000000000000000000" pitchFamily="2" charset="2"/>
              <a:buChar char="§"/>
            </a:pPr>
            <a:r>
              <a:rPr lang="en-US" dirty="0"/>
              <a:t>Public (global) &amp; private IP </a:t>
            </a:r>
            <a:r>
              <a:rPr lang="en-US" dirty="0" smtClean="0"/>
              <a:t>addresses</a:t>
            </a:r>
          </a:p>
          <a:p>
            <a:pPr>
              <a:buSzPct val="80000"/>
              <a:buFont typeface="Wingdings" panose="05000000000000000000" pitchFamily="2" charset="2"/>
              <a:buChar char="§"/>
            </a:pPr>
            <a:r>
              <a:rPr lang="de-CH" dirty="0"/>
              <a:t>Public IP </a:t>
            </a:r>
            <a:r>
              <a:rPr lang="de-CH" dirty="0" err="1" smtClean="0"/>
              <a:t>addresses</a:t>
            </a:r>
            <a:endParaRPr lang="de-CH" dirty="0" smtClean="0"/>
          </a:p>
          <a:p>
            <a:pPr lvl="1">
              <a:buSzPct val="80000"/>
              <a:buFont typeface="Wingdings" panose="05000000000000000000" pitchFamily="2" charset="2"/>
              <a:buChar char="§"/>
            </a:pPr>
            <a:r>
              <a:rPr lang="en-US" dirty="0"/>
              <a:t>are administered/allocated by IANA (Internet Assigned Numbers Authority</a:t>
            </a:r>
            <a:r>
              <a:rPr lang="en-US" dirty="0" smtClean="0"/>
              <a:t>).</a:t>
            </a:r>
          </a:p>
          <a:p>
            <a:pPr lvl="1">
              <a:buSzPct val="80000"/>
              <a:buFont typeface="Wingdings" panose="05000000000000000000" pitchFamily="2" charset="2"/>
              <a:buChar char="§"/>
            </a:pPr>
            <a:r>
              <a:rPr lang="de-CH" dirty="0" err="1"/>
              <a:t>are</a:t>
            </a:r>
            <a:r>
              <a:rPr lang="de-CH" dirty="0"/>
              <a:t> </a:t>
            </a:r>
            <a:r>
              <a:rPr lang="de-CH" dirty="0" err="1"/>
              <a:t>unique</a:t>
            </a:r>
            <a:r>
              <a:rPr lang="de-CH" dirty="0"/>
              <a:t> </a:t>
            </a:r>
            <a:r>
              <a:rPr lang="de-CH" dirty="0" err="1" smtClean="0"/>
              <a:t>worldwide</a:t>
            </a:r>
            <a:endParaRPr lang="de-CH" dirty="0" smtClean="0"/>
          </a:p>
          <a:p>
            <a:pPr lvl="1">
              <a:buSzPct val="80000"/>
              <a:buFont typeface="Wingdings" panose="05000000000000000000" pitchFamily="2" charset="2"/>
              <a:buChar char="§"/>
            </a:pPr>
            <a:r>
              <a:rPr lang="en-US" dirty="0"/>
              <a:t>are directly accessible on the </a:t>
            </a:r>
            <a:r>
              <a:rPr lang="en-US" dirty="0" smtClean="0"/>
              <a:t>Internet</a:t>
            </a:r>
          </a:p>
          <a:p>
            <a:pPr>
              <a:buSzPct val="80000"/>
              <a:buFont typeface="Wingdings" panose="05000000000000000000" pitchFamily="2" charset="2"/>
              <a:buChar char="§"/>
            </a:pPr>
            <a:r>
              <a:rPr lang="de-CH" dirty="0" smtClean="0"/>
              <a:t>Private IP </a:t>
            </a:r>
            <a:r>
              <a:rPr lang="de-CH" dirty="0" err="1" smtClean="0"/>
              <a:t>addresses</a:t>
            </a:r>
            <a:endParaRPr lang="de-CH" dirty="0" smtClean="0"/>
          </a:p>
          <a:p>
            <a:pPr lvl="1">
              <a:buSzPct val="80000"/>
              <a:buFont typeface="Wingdings" panose="05000000000000000000" pitchFamily="2" charset="2"/>
              <a:buChar char="§"/>
            </a:pPr>
            <a:r>
              <a:rPr lang="de-CH" dirty="0" err="1"/>
              <a:t>are</a:t>
            </a:r>
            <a:r>
              <a:rPr lang="de-CH" dirty="0"/>
              <a:t> </a:t>
            </a:r>
            <a:r>
              <a:rPr lang="de-CH" dirty="0" err="1"/>
              <a:t>mostly</a:t>
            </a:r>
            <a:r>
              <a:rPr lang="de-CH" dirty="0"/>
              <a:t> </a:t>
            </a:r>
            <a:r>
              <a:rPr lang="de-CH" dirty="0" err="1"/>
              <a:t>managed</a:t>
            </a:r>
            <a:r>
              <a:rPr lang="de-CH" dirty="0"/>
              <a:t>/</a:t>
            </a:r>
            <a:r>
              <a:rPr lang="de-CH" dirty="0" err="1"/>
              <a:t>assigned</a:t>
            </a:r>
            <a:r>
              <a:rPr lang="de-CH" dirty="0"/>
              <a:t> </a:t>
            </a:r>
            <a:r>
              <a:rPr lang="de-CH" dirty="0" err="1" smtClean="0"/>
              <a:t>locally</a:t>
            </a:r>
            <a:endParaRPr lang="de-CH" dirty="0" smtClean="0"/>
          </a:p>
          <a:p>
            <a:pPr>
              <a:buSzPct val="80000"/>
              <a:buFont typeface="Wingdings" panose="05000000000000000000" pitchFamily="2" charset="2"/>
              <a:buChar char="§"/>
            </a:pPr>
            <a:r>
              <a:rPr lang="de-CH" dirty="0" smtClean="0"/>
              <a:t>Adresse </a:t>
            </a:r>
            <a:r>
              <a:rPr lang="de-CH" noProof="0" dirty="0" smtClean="0"/>
              <a:t>ist 32 Bit lang</a:t>
            </a:r>
          </a:p>
          <a:p>
            <a:pPr lvl="1"/>
            <a:r>
              <a:rPr lang="de-CH" dirty="0" err="1" smtClean="0"/>
              <a:t>Example</a:t>
            </a:r>
            <a:r>
              <a:rPr lang="de-CH" noProof="0" dirty="0" smtClean="0"/>
              <a:t>: 192.168.0.10</a:t>
            </a:r>
          </a:p>
          <a:p>
            <a:endParaRPr lang="de-CH" noProof="0" dirty="0"/>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7</a:t>
            </a:fld>
            <a:endParaRPr lang="en-US" altLang="de-DE"/>
          </a:p>
        </p:txBody>
      </p:sp>
      <p:pic>
        <p:nvPicPr>
          <p:cNvPr id="8" name="Grafik 7"/>
          <p:cNvPicPr>
            <a:picLocks noChangeAspect="1"/>
          </p:cNvPicPr>
          <p:nvPr/>
        </p:nvPicPr>
        <p:blipFill>
          <a:blip r:embed="rId4"/>
          <a:stretch>
            <a:fillRect/>
          </a:stretch>
        </p:blipFill>
        <p:spPr>
          <a:xfrm>
            <a:off x="4409802" y="5066554"/>
            <a:ext cx="2952381" cy="1752381"/>
          </a:xfrm>
          <a:prstGeom prst="rect">
            <a:avLst/>
          </a:prstGeom>
        </p:spPr>
      </p:pic>
    </p:spTree>
    <p:extLst>
      <p:ext uri="{BB962C8B-B14F-4D97-AF65-F5344CB8AC3E}">
        <p14:creationId xmlns:p14="http://schemas.microsoft.com/office/powerpoint/2010/main" val="5974565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CH" dirty="0"/>
              <a:t>IP </a:t>
            </a:r>
            <a:r>
              <a:rPr lang="de-CH" dirty="0" err="1"/>
              <a:t>address</a:t>
            </a:r>
            <a:r>
              <a:rPr lang="de-CH" dirty="0"/>
              <a:t> </a:t>
            </a:r>
            <a:r>
              <a:rPr lang="de-CH" dirty="0" err="1"/>
              <a:t>structure</a:t>
            </a:r>
            <a:r>
              <a:rPr lang="de-CH" dirty="0"/>
              <a:t> (IPv4)</a:t>
            </a:r>
            <a:endParaRPr lang="en-US" dirty="0"/>
          </a:p>
        </p:txBody>
      </p:sp>
      <p:sp>
        <p:nvSpPr>
          <p:cNvPr id="3" name="Inhaltsplatzhalter 2"/>
          <p:cNvSpPr>
            <a:spLocks noGrp="1"/>
          </p:cNvSpPr>
          <p:nvPr>
            <p:ph idx="1"/>
          </p:nvPr>
        </p:nvSpPr>
        <p:spPr>
          <a:xfrm>
            <a:off x="485775" y="1331565"/>
            <a:ext cx="9180611" cy="4670425"/>
          </a:xfrm>
        </p:spPr>
        <p:txBody>
          <a:bodyPr/>
          <a:lstStyle/>
          <a:p>
            <a:pPr>
              <a:buSzPct val="80000"/>
              <a:buFont typeface="Wingdings" panose="05000000000000000000" pitchFamily="2" charset="2"/>
              <a:buChar char="§"/>
            </a:pPr>
            <a:r>
              <a:rPr lang="de-CH" kern="1200" dirty="0" err="1" smtClean="0">
                <a:latin typeface="Arial" charset="0"/>
              </a:rPr>
              <a:t>Dotted</a:t>
            </a:r>
            <a:r>
              <a:rPr lang="de-CH" kern="1200" dirty="0" smtClean="0">
                <a:latin typeface="Arial" charset="0"/>
              </a:rPr>
              <a:t> </a:t>
            </a:r>
            <a:r>
              <a:rPr lang="de-CH" kern="1200" dirty="0" err="1">
                <a:latin typeface="Arial" charset="0"/>
              </a:rPr>
              <a:t>Decimal</a:t>
            </a:r>
            <a:r>
              <a:rPr lang="de-CH" kern="1200" dirty="0">
                <a:latin typeface="Arial" charset="0"/>
              </a:rPr>
              <a:t> </a:t>
            </a:r>
            <a:r>
              <a:rPr lang="de-CH" kern="1200" dirty="0" smtClean="0">
                <a:latin typeface="Arial" charset="0"/>
              </a:rPr>
              <a:t>Notation </a:t>
            </a:r>
            <a:r>
              <a:rPr lang="de-CH" kern="1200" dirty="0" err="1" smtClean="0">
                <a:latin typeface="Arial" charset="0"/>
              </a:rPr>
              <a:t>x.x.x.x</a:t>
            </a:r>
            <a:endParaRPr lang="de-CH" kern="1200" dirty="0" smtClean="0">
              <a:latin typeface="Arial" charset="0"/>
            </a:endParaRPr>
          </a:p>
          <a:p>
            <a:pPr lvl="1">
              <a:buSzPct val="80000"/>
              <a:buFont typeface="Wingdings" panose="05000000000000000000" pitchFamily="2" charset="2"/>
              <a:buChar char="§"/>
            </a:pPr>
            <a:r>
              <a:rPr lang="en-US" kern="1200" dirty="0">
                <a:latin typeface="Arial" charset="0"/>
              </a:rPr>
              <a:t>Each octet (x) has 8 bits -&gt; range </a:t>
            </a:r>
            <a:r>
              <a:rPr lang="en-US" kern="1200" dirty="0" smtClean="0">
                <a:latin typeface="Arial" charset="0"/>
              </a:rPr>
              <a:t>0-255</a:t>
            </a:r>
          </a:p>
          <a:p>
            <a:pPr>
              <a:buSzPct val="80000"/>
              <a:buFont typeface="Wingdings" panose="05000000000000000000" pitchFamily="2" charset="2"/>
              <a:buChar char="§"/>
            </a:pPr>
            <a:r>
              <a:rPr lang="en-US" dirty="0"/>
              <a:t>IP address is divided into a net ID and a host ID using the subnet </a:t>
            </a:r>
            <a:r>
              <a:rPr lang="en-US" dirty="0" smtClean="0"/>
              <a:t>mask</a:t>
            </a:r>
          </a:p>
          <a:p>
            <a:pPr>
              <a:buSzPct val="80000"/>
              <a:buFont typeface="Wingdings" panose="05000000000000000000" pitchFamily="2" charset="2"/>
              <a:buChar char="§"/>
            </a:pPr>
            <a:r>
              <a:rPr lang="en-US" dirty="0" smtClean="0"/>
              <a:t>Example:</a:t>
            </a:r>
          </a:p>
          <a:p>
            <a:pPr>
              <a:buSzPct val="80000"/>
              <a:buFont typeface="Wingdings" panose="05000000000000000000" pitchFamily="2" charset="2"/>
              <a:buChar char="§"/>
            </a:pPr>
            <a:endParaRPr lang="en-US" dirty="0" smtClean="0"/>
          </a:p>
          <a:p>
            <a:pPr marL="0" indent="0">
              <a:buNone/>
            </a:pPr>
            <a:endParaRPr lang="en-US" dirty="0"/>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8</a:t>
            </a:fld>
            <a:endParaRPr lang="en-US" altLang="de-DE"/>
          </a:p>
        </p:txBody>
      </p:sp>
      <p:sp>
        <p:nvSpPr>
          <p:cNvPr id="7" name="Inhaltsplatzhalter 2"/>
          <p:cNvSpPr txBox="1">
            <a:spLocks/>
          </p:cNvSpPr>
          <p:nvPr/>
        </p:nvSpPr>
        <p:spPr bwMode="auto">
          <a:xfrm>
            <a:off x="474365" y="5392154"/>
            <a:ext cx="9529763" cy="1219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9" tIns="45715" rIns="91429" bIns="45715" numCol="1" anchor="t" anchorCtr="0" compatLnSpc="1">
            <a:prstTxWarp prst="textNoShape">
              <a:avLst/>
            </a:prstTxWarp>
          </a:bodyPr>
          <a:lstStyle>
            <a:lvl1pPr marL="373063" indent="-373063" algn="l" defTabSz="995363" rtl="0" eaLnBrk="1" fontAlgn="base" hangingPunct="1">
              <a:spcBef>
                <a:spcPct val="20000"/>
              </a:spcBef>
              <a:spcAft>
                <a:spcPct val="0"/>
              </a:spcAft>
              <a:buClr>
                <a:srgbClr val="FF6600"/>
              </a:buClr>
              <a:buChar char="•"/>
              <a:defRPr sz="2000" b="1">
                <a:solidFill>
                  <a:schemeClr val="tx1"/>
                </a:solidFill>
                <a:latin typeface="+mn-lt"/>
                <a:ea typeface="+mn-ea"/>
                <a:cs typeface="+mn-cs"/>
              </a:defRPr>
            </a:lvl1pPr>
            <a:lvl2pPr marL="809625" indent="-311150" algn="l" defTabSz="995363" rtl="0" eaLnBrk="1" fontAlgn="base" hangingPunct="1">
              <a:spcBef>
                <a:spcPct val="20000"/>
              </a:spcBef>
              <a:spcAft>
                <a:spcPct val="0"/>
              </a:spcAft>
              <a:buClr>
                <a:srgbClr val="FF6600"/>
              </a:buClr>
              <a:buChar char="•"/>
              <a:defRPr sz="2000">
                <a:solidFill>
                  <a:srgbClr val="787878"/>
                </a:solidFill>
                <a:latin typeface="+mn-lt"/>
              </a:defRPr>
            </a:lvl2pPr>
            <a:lvl3pPr marL="1244600" indent="-249238" algn="l" defTabSz="995363" rtl="0" eaLnBrk="1" fontAlgn="base" hangingPunct="1">
              <a:spcBef>
                <a:spcPct val="20000"/>
              </a:spcBef>
              <a:spcAft>
                <a:spcPct val="0"/>
              </a:spcAft>
              <a:buClr>
                <a:srgbClr val="FF6600"/>
              </a:buClr>
              <a:buChar char="•"/>
              <a:defRPr sz="2000">
                <a:solidFill>
                  <a:srgbClr val="787878"/>
                </a:solidFill>
                <a:latin typeface="+mn-lt"/>
              </a:defRPr>
            </a:lvl3pPr>
            <a:lvl4pPr marL="1741488" indent="-247650" algn="l" defTabSz="995363" rtl="0" eaLnBrk="1" fontAlgn="base" hangingPunct="1">
              <a:spcBef>
                <a:spcPct val="20000"/>
              </a:spcBef>
              <a:spcAft>
                <a:spcPct val="0"/>
              </a:spcAft>
              <a:buClr>
                <a:srgbClr val="FF6600"/>
              </a:buClr>
              <a:buChar char="•"/>
              <a:defRPr sz="2000">
                <a:solidFill>
                  <a:srgbClr val="787878"/>
                </a:solidFill>
                <a:latin typeface="+mn-lt"/>
              </a:defRPr>
            </a:lvl4pPr>
            <a:lvl5pPr marL="2239963" indent="-249238" algn="l" defTabSz="995363" rtl="0" eaLnBrk="1" fontAlgn="base" hangingPunct="1">
              <a:spcBef>
                <a:spcPct val="20000"/>
              </a:spcBef>
              <a:spcAft>
                <a:spcPct val="0"/>
              </a:spcAft>
              <a:buClr>
                <a:srgbClr val="FF6600"/>
              </a:buClr>
              <a:buChar char="•"/>
              <a:defRPr sz="2000" b="1">
                <a:solidFill>
                  <a:schemeClr val="tx1"/>
                </a:solidFill>
                <a:latin typeface="+mn-lt"/>
              </a:defRPr>
            </a:lvl5pPr>
            <a:lvl6pPr marL="2697163" indent="-249238" algn="l" defTabSz="995363" rtl="0" eaLnBrk="1" fontAlgn="base" hangingPunct="1">
              <a:spcBef>
                <a:spcPct val="20000"/>
              </a:spcBef>
              <a:spcAft>
                <a:spcPct val="0"/>
              </a:spcAft>
              <a:buClr>
                <a:srgbClr val="FF6600"/>
              </a:buClr>
              <a:buChar char="•"/>
              <a:defRPr sz="2000" b="1">
                <a:solidFill>
                  <a:schemeClr val="tx1"/>
                </a:solidFill>
                <a:latin typeface="+mn-lt"/>
              </a:defRPr>
            </a:lvl6pPr>
            <a:lvl7pPr marL="3154363" indent="-249238" algn="l" defTabSz="995363" rtl="0" eaLnBrk="1" fontAlgn="base" hangingPunct="1">
              <a:spcBef>
                <a:spcPct val="20000"/>
              </a:spcBef>
              <a:spcAft>
                <a:spcPct val="0"/>
              </a:spcAft>
              <a:buClr>
                <a:srgbClr val="FF6600"/>
              </a:buClr>
              <a:buChar char="•"/>
              <a:defRPr sz="2000" b="1">
                <a:solidFill>
                  <a:schemeClr val="tx1"/>
                </a:solidFill>
                <a:latin typeface="+mn-lt"/>
              </a:defRPr>
            </a:lvl7pPr>
            <a:lvl8pPr marL="3611563" indent="-249238" algn="l" defTabSz="995363" rtl="0" eaLnBrk="1" fontAlgn="base" hangingPunct="1">
              <a:spcBef>
                <a:spcPct val="20000"/>
              </a:spcBef>
              <a:spcAft>
                <a:spcPct val="0"/>
              </a:spcAft>
              <a:buClr>
                <a:srgbClr val="FF6600"/>
              </a:buClr>
              <a:buChar char="•"/>
              <a:defRPr sz="2000" b="1">
                <a:solidFill>
                  <a:schemeClr val="tx1"/>
                </a:solidFill>
                <a:latin typeface="+mn-lt"/>
              </a:defRPr>
            </a:lvl8pPr>
            <a:lvl9pPr marL="4068763" indent="-249238" algn="l" defTabSz="995363" rtl="0" eaLnBrk="1" fontAlgn="base" hangingPunct="1">
              <a:spcBef>
                <a:spcPct val="20000"/>
              </a:spcBef>
              <a:spcAft>
                <a:spcPct val="0"/>
              </a:spcAft>
              <a:buClr>
                <a:srgbClr val="FF6600"/>
              </a:buClr>
              <a:buChar char="•"/>
              <a:defRPr sz="2000" b="1">
                <a:solidFill>
                  <a:schemeClr val="tx1"/>
                </a:solidFill>
                <a:latin typeface="+mn-lt"/>
              </a:defRPr>
            </a:lvl9pPr>
          </a:lstStyle>
          <a:p>
            <a:pPr marL="0" indent="0">
              <a:buNone/>
            </a:pPr>
            <a:r>
              <a:rPr lang="en-US" i="1" kern="0" dirty="0" smtClean="0"/>
              <a:t>Binary system:</a:t>
            </a:r>
          </a:p>
          <a:p>
            <a:pPr marL="0" indent="0">
              <a:buNone/>
            </a:pPr>
            <a:r>
              <a:rPr lang="de-CH" dirty="0" smtClean="0">
                <a:hlinkClick r:id="rId3"/>
              </a:rPr>
              <a:t>https</a:t>
            </a:r>
            <a:r>
              <a:rPr lang="de-CH" dirty="0">
                <a:hlinkClick r:id="rId3"/>
              </a:rPr>
              <a:t>://www.youtube.com/watch?v=LpuPe81bc2w&amp;t=252s </a:t>
            </a:r>
            <a:r>
              <a:rPr lang="en-US" i="1" kern="0" dirty="0" smtClean="0"/>
              <a:t>(1’50’’)</a:t>
            </a:r>
          </a:p>
          <a:p>
            <a:endParaRPr lang="en-US" kern="0" dirty="0"/>
          </a:p>
        </p:txBody>
      </p:sp>
      <p:pic>
        <p:nvPicPr>
          <p:cNvPr id="8" name="Grafik 7"/>
          <p:cNvPicPr>
            <a:picLocks noChangeAspect="1"/>
          </p:cNvPicPr>
          <p:nvPr/>
        </p:nvPicPr>
        <p:blipFill>
          <a:blip r:embed="rId4"/>
          <a:stretch>
            <a:fillRect/>
          </a:stretch>
        </p:blipFill>
        <p:spPr>
          <a:xfrm>
            <a:off x="2321570" y="2474565"/>
            <a:ext cx="4532032" cy="2625263"/>
          </a:xfrm>
          <a:prstGeom prst="rect">
            <a:avLst/>
          </a:prstGeom>
        </p:spPr>
      </p:pic>
    </p:spTree>
    <p:extLst>
      <p:ext uri="{BB962C8B-B14F-4D97-AF65-F5344CB8AC3E}">
        <p14:creationId xmlns:p14="http://schemas.microsoft.com/office/powerpoint/2010/main" val="63168112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smtClean="0"/>
              <a:t>MAC-, IP-</a:t>
            </a:r>
            <a:r>
              <a:rPr lang="en-US" dirty="0" err="1" smtClean="0"/>
              <a:t>Adresse</a:t>
            </a:r>
            <a:r>
              <a:rPr lang="en-US" dirty="0" smtClean="0"/>
              <a:t> &amp; Subnet mask</a:t>
            </a:r>
            <a:endParaRPr lang="en-US" dirty="0"/>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9</a:t>
            </a:fld>
            <a:endParaRPr lang="en-US" altLang="de-DE"/>
          </a:p>
        </p:txBody>
      </p:sp>
      <p:pic>
        <p:nvPicPr>
          <p:cNvPr id="8" name="Grafik 7"/>
          <p:cNvPicPr>
            <a:picLocks noChangeAspect="1"/>
          </p:cNvPicPr>
          <p:nvPr/>
        </p:nvPicPr>
        <p:blipFill>
          <a:blip r:embed="rId3"/>
          <a:stretch>
            <a:fillRect/>
          </a:stretch>
        </p:blipFill>
        <p:spPr>
          <a:xfrm>
            <a:off x="492816" y="2237701"/>
            <a:ext cx="2964665" cy="3970398"/>
          </a:xfrm>
          <a:prstGeom prst="rect">
            <a:avLst/>
          </a:prstGeom>
        </p:spPr>
      </p:pic>
      <p:pic>
        <p:nvPicPr>
          <p:cNvPr id="9" name="Grafik 8"/>
          <p:cNvPicPr>
            <a:picLocks noChangeAspect="1"/>
          </p:cNvPicPr>
          <p:nvPr/>
        </p:nvPicPr>
        <p:blipFill>
          <a:blip r:embed="rId4"/>
          <a:stretch>
            <a:fillRect/>
          </a:stretch>
        </p:blipFill>
        <p:spPr>
          <a:xfrm>
            <a:off x="4225220" y="1054126"/>
            <a:ext cx="5302518" cy="5663875"/>
          </a:xfrm>
          <a:prstGeom prst="rect">
            <a:avLst/>
          </a:prstGeom>
        </p:spPr>
      </p:pic>
      <p:sp>
        <p:nvSpPr>
          <p:cNvPr id="11" name="Inhaltsplatzhalter 2"/>
          <p:cNvSpPr txBox="1">
            <a:spLocks/>
          </p:cNvSpPr>
          <p:nvPr/>
        </p:nvSpPr>
        <p:spPr bwMode="auto">
          <a:xfrm>
            <a:off x="474365" y="1331565"/>
            <a:ext cx="9529763" cy="1219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9" tIns="45715" rIns="91429" bIns="45715" numCol="1" anchor="t" anchorCtr="0" compatLnSpc="1">
            <a:prstTxWarp prst="textNoShape">
              <a:avLst/>
            </a:prstTxWarp>
          </a:bodyPr>
          <a:lstStyle>
            <a:lvl1pPr marL="373063" indent="-373063" algn="l" defTabSz="995363" rtl="0" eaLnBrk="1" fontAlgn="base" hangingPunct="1">
              <a:spcBef>
                <a:spcPct val="20000"/>
              </a:spcBef>
              <a:spcAft>
                <a:spcPct val="0"/>
              </a:spcAft>
              <a:buClr>
                <a:srgbClr val="FF6600"/>
              </a:buClr>
              <a:buChar char="•"/>
              <a:defRPr sz="2000" b="1">
                <a:solidFill>
                  <a:schemeClr val="tx1"/>
                </a:solidFill>
                <a:latin typeface="+mn-lt"/>
                <a:ea typeface="+mn-ea"/>
                <a:cs typeface="+mn-cs"/>
              </a:defRPr>
            </a:lvl1pPr>
            <a:lvl2pPr marL="809625" indent="-311150" algn="l" defTabSz="995363" rtl="0" eaLnBrk="1" fontAlgn="base" hangingPunct="1">
              <a:spcBef>
                <a:spcPct val="20000"/>
              </a:spcBef>
              <a:spcAft>
                <a:spcPct val="0"/>
              </a:spcAft>
              <a:buClr>
                <a:srgbClr val="FF6600"/>
              </a:buClr>
              <a:buChar char="•"/>
              <a:defRPr sz="2000">
                <a:solidFill>
                  <a:srgbClr val="787878"/>
                </a:solidFill>
                <a:latin typeface="+mn-lt"/>
              </a:defRPr>
            </a:lvl2pPr>
            <a:lvl3pPr marL="1244600" indent="-249238" algn="l" defTabSz="995363" rtl="0" eaLnBrk="1" fontAlgn="base" hangingPunct="1">
              <a:spcBef>
                <a:spcPct val="20000"/>
              </a:spcBef>
              <a:spcAft>
                <a:spcPct val="0"/>
              </a:spcAft>
              <a:buClr>
                <a:srgbClr val="FF6600"/>
              </a:buClr>
              <a:buChar char="•"/>
              <a:defRPr sz="2000">
                <a:solidFill>
                  <a:srgbClr val="787878"/>
                </a:solidFill>
                <a:latin typeface="+mn-lt"/>
              </a:defRPr>
            </a:lvl3pPr>
            <a:lvl4pPr marL="1741488" indent="-247650" algn="l" defTabSz="995363" rtl="0" eaLnBrk="1" fontAlgn="base" hangingPunct="1">
              <a:spcBef>
                <a:spcPct val="20000"/>
              </a:spcBef>
              <a:spcAft>
                <a:spcPct val="0"/>
              </a:spcAft>
              <a:buClr>
                <a:srgbClr val="FF6600"/>
              </a:buClr>
              <a:buChar char="•"/>
              <a:defRPr sz="2000">
                <a:solidFill>
                  <a:srgbClr val="787878"/>
                </a:solidFill>
                <a:latin typeface="+mn-lt"/>
              </a:defRPr>
            </a:lvl4pPr>
            <a:lvl5pPr marL="2239963" indent="-249238" algn="l" defTabSz="995363" rtl="0" eaLnBrk="1" fontAlgn="base" hangingPunct="1">
              <a:spcBef>
                <a:spcPct val="20000"/>
              </a:spcBef>
              <a:spcAft>
                <a:spcPct val="0"/>
              </a:spcAft>
              <a:buClr>
                <a:srgbClr val="FF6600"/>
              </a:buClr>
              <a:buChar char="•"/>
              <a:defRPr sz="2000" b="1">
                <a:solidFill>
                  <a:schemeClr val="tx1"/>
                </a:solidFill>
                <a:latin typeface="+mn-lt"/>
              </a:defRPr>
            </a:lvl5pPr>
            <a:lvl6pPr marL="2697163" indent="-249238" algn="l" defTabSz="995363" rtl="0" eaLnBrk="1" fontAlgn="base" hangingPunct="1">
              <a:spcBef>
                <a:spcPct val="20000"/>
              </a:spcBef>
              <a:spcAft>
                <a:spcPct val="0"/>
              </a:spcAft>
              <a:buClr>
                <a:srgbClr val="FF6600"/>
              </a:buClr>
              <a:buChar char="•"/>
              <a:defRPr sz="2000" b="1">
                <a:solidFill>
                  <a:schemeClr val="tx1"/>
                </a:solidFill>
                <a:latin typeface="+mn-lt"/>
              </a:defRPr>
            </a:lvl6pPr>
            <a:lvl7pPr marL="3154363" indent="-249238" algn="l" defTabSz="995363" rtl="0" eaLnBrk="1" fontAlgn="base" hangingPunct="1">
              <a:spcBef>
                <a:spcPct val="20000"/>
              </a:spcBef>
              <a:spcAft>
                <a:spcPct val="0"/>
              </a:spcAft>
              <a:buClr>
                <a:srgbClr val="FF6600"/>
              </a:buClr>
              <a:buChar char="•"/>
              <a:defRPr sz="2000" b="1">
                <a:solidFill>
                  <a:schemeClr val="tx1"/>
                </a:solidFill>
                <a:latin typeface="+mn-lt"/>
              </a:defRPr>
            </a:lvl7pPr>
            <a:lvl8pPr marL="3611563" indent="-249238" algn="l" defTabSz="995363" rtl="0" eaLnBrk="1" fontAlgn="base" hangingPunct="1">
              <a:spcBef>
                <a:spcPct val="20000"/>
              </a:spcBef>
              <a:spcAft>
                <a:spcPct val="0"/>
              </a:spcAft>
              <a:buClr>
                <a:srgbClr val="FF6600"/>
              </a:buClr>
              <a:buChar char="•"/>
              <a:defRPr sz="2000" b="1">
                <a:solidFill>
                  <a:schemeClr val="tx1"/>
                </a:solidFill>
                <a:latin typeface="+mn-lt"/>
              </a:defRPr>
            </a:lvl8pPr>
            <a:lvl9pPr marL="4068763" indent="-249238" algn="l" defTabSz="995363" rtl="0" eaLnBrk="1" fontAlgn="base" hangingPunct="1">
              <a:spcBef>
                <a:spcPct val="20000"/>
              </a:spcBef>
              <a:spcAft>
                <a:spcPct val="0"/>
              </a:spcAft>
              <a:buClr>
                <a:srgbClr val="FF6600"/>
              </a:buClr>
              <a:buChar char="•"/>
              <a:defRPr sz="2000" b="1">
                <a:solidFill>
                  <a:schemeClr val="tx1"/>
                </a:solidFill>
                <a:latin typeface="+mn-lt"/>
              </a:defRPr>
            </a:lvl9pPr>
          </a:lstStyle>
          <a:p>
            <a:pPr marL="0" indent="0">
              <a:buNone/>
            </a:pPr>
            <a:r>
              <a:rPr lang="en-US" i="1" kern="0" dirty="0" smtClean="0"/>
              <a:t>Check your IP Settings</a:t>
            </a:r>
          </a:p>
          <a:p>
            <a:pPr marL="0" indent="0">
              <a:buNone/>
            </a:pPr>
            <a:r>
              <a:rPr lang="en-US" sz="2400" i="1" kern="0" dirty="0" smtClean="0"/>
              <a:t>-&gt; ipconfig /all</a:t>
            </a:r>
          </a:p>
        </p:txBody>
      </p:sp>
    </p:spTree>
    <p:extLst>
      <p:ext uri="{BB962C8B-B14F-4D97-AF65-F5344CB8AC3E}">
        <p14:creationId xmlns:p14="http://schemas.microsoft.com/office/powerpoint/2010/main" val="16827632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10</a:t>
            </a:fld>
            <a:endParaRPr lang="en-US" altLang="de-DE"/>
          </a:p>
        </p:txBody>
      </p:sp>
      <p:sp>
        <p:nvSpPr>
          <p:cNvPr id="11" name="Inhaltsplatzhalter 2"/>
          <p:cNvSpPr txBox="1">
            <a:spLocks/>
          </p:cNvSpPr>
          <p:nvPr/>
        </p:nvSpPr>
        <p:spPr bwMode="auto">
          <a:xfrm>
            <a:off x="474365" y="1331565"/>
            <a:ext cx="9529763" cy="1219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9" tIns="45715" rIns="91429" bIns="45715" numCol="1" anchor="t" anchorCtr="0" compatLnSpc="1">
            <a:prstTxWarp prst="textNoShape">
              <a:avLst/>
            </a:prstTxWarp>
          </a:bodyPr>
          <a:lstStyle>
            <a:lvl1pPr marL="373063" indent="-373063" algn="l" defTabSz="995363" rtl="0" eaLnBrk="1" fontAlgn="base" hangingPunct="1">
              <a:spcBef>
                <a:spcPct val="20000"/>
              </a:spcBef>
              <a:spcAft>
                <a:spcPct val="0"/>
              </a:spcAft>
              <a:buClr>
                <a:srgbClr val="FF6600"/>
              </a:buClr>
              <a:buChar char="•"/>
              <a:defRPr sz="2000" b="1">
                <a:solidFill>
                  <a:schemeClr val="tx1"/>
                </a:solidFill>
                <a:latin typeface="+mn-lt"/>
                <a:ea typeface="+mn-ea"/>
                <a:cs typeface="+mn-cs"/>
              </a:defRPr>
            </a:lvl1pPr>
            <a:lvl2pPr marL="809625" indent="-311150" algn="l" defTabSz="995363" rtl="0" eaLnBrk="1" fontAlgn="base" hangingPunct="1">
              <a:spcBef>
                <a:spcPct val="20000"/>
              </a:spcBef>
              <a:spcAft>
                <a:spcPct val="0"/>
              </a:spcAft>
              <a:buClr>
                <a:srgbClr val="FF6600"/>
              </a:buClr>
              <a:buChar char="•"/>
              <a:defRPr sz="2000">
                <a:solidFill>
                  <a:srgbClr val="787878"/>
                </a:solidFill>
                <a:latin typeface="+mn-lt"/>
              </a:defRPr>
            </a:lvl2pPr>
            <a:lvl3pPr marL="1244600" indent="-249238" algn="l" defTabSz="995363" rtl="0" eaLnBrk="1" fontAlgn="base" hangingPunct="1">
              <a:spcBef>
                <a:spcPct val="20000"/>
              </a:spcBef>
              <a:spcAft>
                <a:spcPct val="0"/>
              </a:spcAft>
              <a:buClr>
                <a:srgbClr val="FF6600"/>
              </a:buClr>
              <a:buChar char="•"/>
              <a:defRPr sz="2000">
                <a:solidFill>
                  <a:srgbClr val="787878"/>
                </a:solidFill>
                <a:latin typeface="+mn-lt"/>
              </a:defRPr>
            </a:lvl3pPr>
            <a:lvl4pPr marL="1741488" indent="-247650" algn="l" defTabSz="995363" rtl="0" eaLnBrk="1" fontAlgn="base" hangingPunct="1">
              <a:spcBef>
                <a:spcPct val="20000"/>
              </a:spcBef>
              <a:spcAft>
                <a:spcPct val="0"/>
              </a:spcAft>
              <a:buClr>
                <a:srgbClr val="FF6600"/>
              </a:buClr>
              <a:buChar char="•"/>
              <a:defRPr sz="2000">
                <a:solidFill>
                  <a:srgbClr val="787878"/>
                </a:solidFill>
                <a:latin typeface="+mn-lt"/>
              </a:defRPr>
            </a:lvl4pPr>
            <a:lvl5pPr marL="2239963" indent="-249238" algn="l" defTabSz="995363" rtl="0" eaLnBrk="1" fontAlgn="base" hangingPunct="1">
              <a:spcBef>
                <a:spcPct val="20000"/>
              </a:spcBef>
              <a:spcAft>
                <a:spcPct val="0"/>
              </a:spcAft>
              <a:buClr>
                <a:srgbClr val="FF6600"/>
              </a:buClr>
              <a:buChar char="•"/>
              <a:defRPr sz="2000" b="1">
                <a:solidFill>
                  <a:schemeClr val="tx1"/>
                </a:solidFill>
                <a:latin typeface="+mn-lt"/>
              </a:defRPr>
            </a:lvl5pPr>
            <a:lvl6pPr marL="2697163" indent="-249238" algn="l" defTabSz="995363" rtl="0" eaLnBrk="1" fontAlgn="base" hangingPunct="1">
              <a:spcBef>
                <a:spcPct val="20000"/>
              </a:spcBef>
              <a:spcAft>
                <a:spcPct val="0"/>
              </a:spcAft>
              <a:buClr>
                <a:srgbClr val="FF6600"/>
              </a:buClr>
              <a:buChar char="•"/>
              <a:defRPr sz="2000" b="1">
                <a:solidFill>
                  <a:schemeClr val="tx1"/>
                </a:solidFill>
                <a:latin typeface="+mn-lt"/>
              </a:defRPr>
            </a:lvl6pPr>
            <a:lvl7pPr marL="3154363" indent="-249238" algn="l" defTabSz="995363" rtl="0" eaLnBrk="1" fontAlgn="base" hangingPunct="1">
              <a:spcBef>
                <a:spcPct val="20000"/>
              </a:spcBef>
              <a:spcAft>
                <a:spcPct val="0"/>
              </a:spcAft>
              <a:buClr>
                <a:srgbClr val="FF6600"/>
              </a:buClr>
              <a:buChar char="•"/>
              <a:defRPr sz="2000" b="1">
                <a:solidFill>
                  <a:schemeClr val="tx1"/>
                </a:solidFill>
                <a:latin typeface="+mn-lt"/>
              </a:defRPr>
            </a:lvl7pPr>
            <a:lvl8pPr marL="3611563" indent="-249238" algn="l" defTabSz="995363" rtl="0" eaLnBrk="1" fontAlgn="base" hangingPunct="1">
              <a:spcBef>
                <a:spcPct val="20000"/>
              </a:spcBef>
              <a:spcAft>
                <a:spcPct val="0"/>
              </a:spcAft>
              <a:buClr>
                <a:srgbClr val="FF6600"/>
              </a:buClr>
              <a:buChar char="•"/>
              <a:defRPr sz="2000" b="1">
                <a:solidFill>
                  <a:schemeClr val="tx1"/>
                </a:solidFill>
                <a:latin typeface="+mn-lt"/>
              </a:defRPr>
            </a:lvl8pPr>
            <a:lvl9pPr marL="4068763" indent="-249238" algn="l" defTabSz="995363" rtl="0" eaLnBrk="1" fontAlgn="base" hangingPunct="1">
              <a:spcBef>
                <a:spcPct val="20000"/>
              </a:spcBef>
              <a:spcAft>
                <a:spcPct val="0"/>
              </a:spcAft>
              <a:buClr>
                <a:srgbClr val="FF6600"/>
              </a:buClr>
              <a:buChar char="•"/>
              <a:defRPr sz="2000" b="1">
                <a:solidFill>
                  <a:schemeClr val="tx1"/>
                </a:solidFill>
                <a:latin typeface="+mn-lt"/>
              </a:defRPr>
            </a:lvl9pPr>
          </a:lstStyle>
          <a:p>
            <a:pPr marL="0" indent="0">
              <a:buNone/>
            </a:pPr>
            <a:r>
              <a:rPr lang="en-US" i="1" kern="0" dirty="0" smtClean="0"/>
              <a:t>Check you ARP list</a:t>
            </a:r>
          </a:p>
          <a:p>
            <a:pPr marL="0" indent="0">
              <a:buNone/>
            </a:pPr>
            <a:r>
              <a:rPr lang="en-US" sz="2400" i="1" kern="0" dirty="0" smtClean="0"/>
              <a:t>-&gt; </a:t>
            </a:r>
            <a:r>
              <a:rPr lang="en-US" sz="2400" i="1" kern="0" dirty="0" err="1" smtClean="0"/>
              <a:t>arp</a:t>
            </a:r>
            <a:r>
              <a:rPr lang="en-US" sz="2400" i="1" kern="0" dirty="0" smtClean="0"/>
              <a:t> -a</a:t>
            </a:r>
          </a:p>
        </p:txBody>
      </p:sp>
      <p:pic>
        <p:nvPicPr>
          <p:cNvPr id="3" name="Grafik 2"/>
          <p:cNvPicPr>
            <a:picLocks noChangeAspect="1"/>
          </p:cNvPicPr>
          <p:nvPr/>
        </p:nvPicPr>
        <p:blipFill rotWithShape="1">
          <a:blip r:embed="rId3"/>
          <a:srcRect r="21195"/>
          <a:stretch/>
        </p:blipFill>
        <p:spPr>
          <a:xfrm>
            <a:off x="4221163" y="1345777"/>
            <a:ext cx="5402323" cy="4086622"/>
          </a:xfrm>
          <a:prstGeom prst="rect">
            <a:avLst/>
          </a:prstGeom>
        </p:spPr>
      </p:pic>
      <p:pic>
        <p:nvPicPr>
          <p:cNvPr id="10" name="Grafik 9"/>
          <p:cNvPicPr>
            <a:picLocks noChangeAspect="1"/>
          </p:cNvPicPr>
          <p:nvPr/>
        </p:nvPicPr>
        <p:blipFill>
          <a:blip r:embed="rId4"/>
          <a:stretch>
            <a:fillRect/>
          </a:stretch>
        </p:blipFill>
        <p:spPr>
          <a:xfrm>
            <a:off x="492816" y="2237701"/>
            <a:ext cx="2964665" cy="3970398"/>
          </a:xfrm>
          <a:prstGeom prst="rect">
            <a:avLst/>
          </a:prstGeom>
        </p:spPr>
      </p:pic>
      <p:sp>
        <p:nvSpPr>
          <p:cNvPr id="13" name="Titel 1"/>
          <p:cNvSpPr>
            <a:spLocks noGrp="1"/>
          </p:cNvSpPr>
          <p:nvPr>
            <p:ph type="title"/>
          </p:nvPr>
        </p:nvSpPr>
        <p:spPr>
          <a:xfrm>
            <a:off x="476250" y="493713"/>
            <a:ext cx="8199438" cy="1143000"/>
          </a:xfrm>
        </p:spPr>
        <p:txBody>
          <a:bodyPr/>
          <a:lstStyle/>
          <a:p>
            <a:r>
              <a:rPr lang="en-US" dirty="0" smtClean="0"/>
              <a:t>MAC-, IP-</a:t>
            </a:r>
            <a:r>
              <a:rPr lang="en-US" dirty="0" err="1" smtClean="0"/>
              <a:t>Adresse</a:t>
            </a:r>
            <a:r>
              <a:rPr lang="en-US" dirty="0" smtClean="0"/>
              <a:t> &amp; Subnet mask</a:t>
            </a:r>
            <a:endParaRPr lang="en-US" dirty="0"/>
          </a:p>
        </p:txBody>
      </p:sp>
    </p:spTree>
    <p:extLst>
      <p:ext uri="{BB962C8B-B14F-4D97-AF65-F5344CB8AC3E}">
        <p14:creationId xmlns:p14="http://schemas.microsoft.com/office/powerpoint/2010/main" val="29705462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smtClean="0"/>
              <a:t>Port</a:t>
            </a:r>
            <a:endParaRPr lang="en-US" dirty="0"/>
          </a:p>
        </p:txBody>
      </p:sp>
      <p:sp>
        <p:nvSpPr>
          <p:cNvPr id="3" name="Inhaltsplatzhalter 2"/>
          <p:cNvSpPr>
            <a:spLocks noGrp="1"/>
          </p:cNvSpPr>
          <p:nvPr>
            <p:ph idx="1"/>
          </p:nvPr>
        </p:nvSpPr>
        <p:spPr/>
        <p:txBody>
          <a:bodyPr/>
          <a:lstStyle/>
          <a:p>
            <a:r>
              <a:rPr lang="en-US" dirty="0"/>
              <a:t>Ports are part of every IP </a:t>
            </a:r>
            <a:r>
              <a:rPr lang="en-US" dirty="0" smtClean="0"/>
              <a:t>communication</a:t>
            </a:r>
          </a:p>
          <a:p>
            <a:r>
              <a:rPr lang="en-US" dirty="0"/>
              <a:t>Valid port numbers are 0...</a:t>
            </a:r>
            <a:r>
              <a:rPr lang="en-US" dirty="0" smtClean="0"/>
              <a:t>65'535</a:t>
            </a:r>
          </a:p>
          <a:p>
            <a:r>
              <a:rPr lang="en-US" dirty="0" smtClean="0"/>
              <a:t>System Ports</a:t>
            </a:r>
          </a:p>
          <a:p>
            <a:r>
              <a:rPr lang="en-US" dirty="0" smtClean="0"/>
              <a:t>User Ports</a:t>
            </a:r>
          </a:p>
          <a:p>
            <a:r>
              <a:rPr lang="en-US" dirty="0" smtClean="0"/>
              <a:t>Dynamic Ports</a:t>
            </a:r>
            <a:endParaRPr lang="en-US" dirty="0"/>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11</a:t>
            </a:fld>
            <a:endParaRPr lang="en-US" altLang="de-DE"/>
          </a:p>
        </p:txBody>
      </p:sp>
      <p:pic>
        <p:nvPicPr>
          <p:cNvPr id="7" name="Grafik 6"/>
          <p:cNvPicPr>
            <a:picLocks noChangeAspect="1"/>
          </p:cNvPicPr>
          <p:nvPr/>
        </p:nvPicPr>
        <p:blipFill>
          <a:blip r:embed="rId3"/>
          <a:stretch>
            <a:fillRect/>
          </a:stretch>
        </p:blipFill>
        <p:spPr>
          <a:xfrm>
            <a:off x="5457841" y="2843733"/>
            <a:ext cx="4762484" cy="2601235"/>
          </a:xfrm>
          <a:prstGeom prst="rect">
            <a:avLst/>
          </a:prstGeom>
        </p:spPr>
      </p:pic>
      <p:pic>
        <p:nvPicPr>
          <p:cNvPr id="8" name="Grafik 7"/>
          <p:cNvPicPr>
            <a:picLocks noChangeAspect="1"/>
          </p:cNvPicPr>
          <p:nvPr/>
        </p:nvPicPr>
        <p:blipFill>
          <a:blip r:embed="rId4"/>
          <a:stretch>
            <a:fillRect/>
          </a:stretch>
        </p:blipFill>
        <p:spPr>
          <a:xfrm>
            <a:off x="707001" y="5008655"/>
            <a:ext cx="9513324" cy="872626"/>
          </a:xfrm>
          <a:prstGeom prst="rect">
            <a:avLst/>
          </a:prstGeom>
        </p:spPr>
      </p:pic>
    </p:spTree>
    <p:extLst>
      <p:ext uri="{BB962C8B-B14F-4D97-AF65-F5344CB8AC3E}">
        <p14:creationId xmlns:p14="http://schemas.microsoft.com/office/powerpoint/2010/main" val="122012952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CH" noProof="0" dirty="0" err="1" smtClean="0"/>
              <a:t>Recap</a:t>
            </a:r>
            <a:endParaRPr lang="de-CH" noProof="0" dirty="0"/>
          </a:p>
        </p:txBody>
      </p:sp>
      <p:sp>
        <p:nvSpPr>
          <p:cNvPr id="3" name="Inhaltsplatzhalter 2"/>
          <p:cNvSpPr>
            <a:spLocks noGrp="1"/>
          </p:cNvSpPr>
          <p:nvPr>
            <p:ph idx="1"/>
          </p:nvPr>
        </p:nvSpPr>
        <p:spPr>
          <a:xfrm>
            <a:off x="485775" y="2038351"/>
            <a:ext cx="9529763" cy="2848866"/>
          </a:xfrm>
        </p:spPr>
        <p:txBody>
          <a:bodyPr/>
          <a:lstStyle/>
          <a:p>
            <a:pPr>
              <a:buSzPct val="80000"/>
              <a:buFont typeface="Wingdings" panose="05000000000000000000" pitchFamily="2" charset="2"/>
              <a:buChar char="§"/>
            </a:pPr>
            <a:r>
              <a:rPr lang="de-CH" b="0" noProof="0" dirty="0" smtClean="0">
                <a:solidFill>
                  <a:srgbClr val="000000"/>
                </a:solidFill>
              </a:rPr>
              <a:t>MAC Adresse</a:t>
            </a:r>
          </a:p>
          <a:p>
            <a:pPr>
              <a:buSzPct val="80000"/>
              <a:buFont typeface="Wingdings" panose="05000000000000000000" pitchFamily="2" charset="2"/>
              <a:buChar char="§"/>
            </a:pPr>
            <a:r>
              <a:rPr lang="de-CH" b="0" noProof="0" dirty="0" smtClean="0">
                <a:solidFill>
                  <a:srgbClr val="000000"/>
                </a:solidFill>
              </a:rPr>
              <a:t>IP Adresse</a:t>
            </a:r>
          </a:p>
          <a:p>
            <a:pPr>
              <a:buSzPct val="80000"/>
              <a:buFont typeface="Wingdings" panose="05000000000000000000" pitchFamily="2" charset="2"/>
              <a:buChar char="§"/>
            </a:pPr>
            <a:r>
              <a:rPr lang="de-CH" b="0" dirty="0" smtClean="0">
                <a:solidFill>
                  <a:srgbClr val="000000"/>
                </a:solidFill>
              </a:rPr>
              <a:t>Netz-ID / Host-ID</a:t>
            </a:r>
          </a:p>
          <a:p>
            <a:pPr>
              <a:buSzPct val="80000"/>
              <a:buFont typeface="Wingdings" panose="05000000000000000000" pitchFamily="2" charset="2"/>
              <a:buChar char="§"/>
            </a:pPr>
            <a:r>
              <a:rPr lang="de-CH" b="0" dirty="0" smtClean="0">
                <a:solidFill>
                  <a:srgbClr val="000000"/>
                </a:solidFill>
              </a:rPr>
              <a:t>Port</a:t>
            </a:r>
            <a:endParaRPr lang="de-CH" b="0" noProof="0" dirty="0" smtClean="0">
              <a:solidFill>
                <a:srgbClr val="000000"/>
              </a:solidFill>
              <a:hlinkClick r:id="rId2"/>
            </a:endParaRPr>
          </a:p>
          <a:p>
            <a:pPr>
              <a:buSzPct val="80000"/>
              <a:buFont typeface="Wingdings" panose="05000000000000000000" pitchFamily="2" charset="2"/>
              <a:buChar char="§"/>
            </a:pPr>
            <a:endParaRPr lang="de-CH" b="0" noProof="0" dirty="0" smtClean="0">
              <a:solidFill>
                <a:srgbClr val="000000"/>
              </a:solidFill>
              <a:hlinkClick r:id="rId2"/>
            </a:endParaRPr>
          </a:p>
          <a:p>
            <a:pPr marL="0" indent="0">
              <a:buNone/>
            </a:pPr>
            <a:endParaRPr lang="de-CH" dirty="0"/>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12</a:t>
            </a:fld>
            <a:endParaRPr lang="en-US" altLang="de-DE"/>
          </a:p>
        </p:txBody>
      </p:sp>
      <p:sp>
        <p:nvSpPr>
          <p:cNvPr id="7" name="Inhaltsplatzhalter 2"/>
          <p:cNvSpPr txBox="1">
            <a:spLocks/>
          </p:cNvSpPr>
          <p:nvPr/>
        </p:nvSpPr>
        <p:spPr bwMode="auto">
          <a:xfrm>
            <a:off x="474365" y="4211885"/>
            <a:ext cx="9529763" cy="1219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9" tIns="45715" rIns="91429" bIns="45715" numCol="1" anchor="t" anchorCtr="0" compatLnSpc="1">
            <a:prstTxWarp prst="textNoShape">
              <a:avLst/>
            </a:prstTxWarp>
          </a:bodyPr>
          <a:lstStyle>
            <a:lvl1pPr marL="373063" indent="-373063" algn="l" defTabSz="995363" rtl="0" eaLnBrk="1" fontAlgn="base" hangingPunct="1">
              <a:spcBef>
                <a:spcPct val="20000"/>
              </a:spcBef>
              <a:spcAft>
                <a:spcPct val="0"/>
              </a:spcAft>
              <a:buClr>
                <a:srgbClr val="FF6600"/>
              </a:buClr>
              <a:buChar char="•"/>
              <a:defRPr sz="2000" b="1">
                <a:solidFill>
                  <a:schemeClr val="tx1"/>
                </a:solidFill>
                <a:latin typeface="+mn-lt"/>
                <a:ea typeface="+mn-ea"/>
                <a:cs typeface="+mn-cs"/>
              </a:defRPr>
            </a:lvl1pPr>
            <a:lvl2pPr marL="809625" indent="-311150" algn="l" defTabSz="995363" rtl="0" eaLnBrk="1" fontAlgn="base" hangingPunct="1">
              <a:spcBef>
                <a:spcPct val="20000"/>
              </a:spcBef>
              <a:spcAft>
                <a:spcPct val="0"/>
              </a:spcAft>
              <a:buClr>
                <a:srgbClr val="FF6600"/>
              </a:buClr>
              <a:buChar char="•"/>
              <a:defRPr sz="2000">
                <a:solidFill>
                  <a:srgbClr val="787878"/>
                </a:solidFill>
                <a:latin typeface="+mn-lt"/>
              </a:defRPr>
            </a:lvl2pPr>
            <a:lvl3pPr marL="1244600" indent="-249238" algn="l" defTabSz="995363" rtl="0" eaLnBrk="1" fontAlgn="base" hangingPunct="1">
              <a:spcBef>
                <a:spcPct val="20000"/>
              </a:spcBef>
              <a:spcAft>
                <a:spcPct val="0"/>
              </a:spcAft>
              <a:buClr>
                <a:srgbClr val="FF6600"/>
              </a:buClr>
              <a:buChar char="•"/>
              <a:defRPr sz="2000">
                <a:solidFill>
                  <a:srgbClr val="787878"/>
                </a:solidFill>
                <a:latin typeface="+mn-lt"/>
              </a:defRPr>
            </a:lvl3pPr>
            <a:lvl4pPr marL="1741488" indent="-247650" algn="l" defTabSz="995363" rtl="0" eaLnBrk="1" fontAlgn="base" hangingPunct="1">
              <a:spcBef>
                <a:spcPct val="20000"/>
              </a:spcBef>
              <a:spcAft>
                <a:spcPct val="0"/>
              </a:spcAft>
              <a:buClr>
                <a:srgbClr val="FF6600"/>
              </a:buClr>
              <a:buChar char="•"/>
              <a:defRPr sz="2000">
                <a:solidFill>
                  <a:srgbClr val="787878"/>
                </a:solidFill>
                <a:latin typeface="+mn-lt"/>
              </a:defRPr>
            </a:lvl4pPr>
            <a:lvl5pPr marL="2239963" indent="-249238" algn="l" defTabSz="995363" rtl="0" eaLnBrk="1" fontAlgn="base" hangingPunct="1">
              <a:spcBef>
                <a:spcPct val="20000"/>
              </a:spcBef>
              <a:spcAft>
                <a:spcPct val="0"/>
              </a:spcAft>
              <a:buClr>
                <a:srgbClr val="FF6600"/>
              </a:buClr>
              <a:buChar char="•"/>
              <a:defRPr sz="2000" b="1">
                <a:solidFill>
                  <a:schemeClr val="tx1"/>
                </a:solidFill>
                <a:latin typeface="+mn-lt"/>
              </a:defRPr>
            </a:lvl5pPr>
            <a:lvl6pPr marL="2697163" indent="-249238" algn="l" defTabSz="995363" rtl="0" eaLnBrk="1" fontAlgn="base" hangingPunct="1">
              <a:spcBef>
                <a:spcPct val="20000"/>
              </a:spcBef>
              <a:spcAft>
                <a:spcPct val="0"/>
              </a:spcAft>
              <a:buClr>
                <a:srgbClr val="FF6600"/>
              </a:buClr>
              <a:buChar char="•"/>
              <a:defRPr sz="2000" b="1">
                <a:solidFill>
                  <a:schemeClr val="tx1"/>
                </a:solidFill>
                <a:latin typeface="+mn-lt"/>
              </a:defRPr>
            </a:lvl6pPr>
            <a:lvl7pPr marL="3154363" indent="-249238" algn="l" defTabSz="995363" rtl="0" eaLnBrk="1" fontAlgn="base" hangingPunct="1">
              <a:spcBef>
                <a:spcPct val="20000"/>
              </a:spcBef>
              <a:spcAft>
                <a:spcPct val="0"/>
              </a:spcAft>
              <a:buClr>
                <a:srgbClr val="FF6600"/>
              </a:buClr>
              <a:buChar char="•"/>
              <a:defRPr sz="2000" b="1">
                <a:solidFill>
                  <a:schemeClr val="tx1"/>
                </a:solidFill>
                <a:latin typeface="+mn-lt"/>
              </a:defRPr>
            </a:lvl7pPr>
            <a:lvl8pPr marL="3611563" indent="-249238" algn="l" defTabSz="995363" rtl="0" eaLnBrk="1" fontAlgn="base" hangingPunct="1">
              <a:spcBef>
                <a:spcPct val="20000"/>
              </a:spcBef>
              <a:spcAft>
                <a:spcPct val="0"/>
              </a:spcAft>
              <a:buClr>
                <a:srgbClr val="FF6600"/>
              </a:buClr>
              <a:buChar char="•"/>
              <a:defRPr sz="2000" b="1">
                <a:solidFill>
                  <a:schemeClr val="tx1"/>
                </a:solidFill>
                <a:latin typeface="+mn-lt"/>
              </a:defRPr>
            </a:lvl8pPr>
            <a:lvl9pPr marL="4068763" indent="-249238" algn="l" defTabSz="995363" rtl="0" eaLnBrk="1" fontAlgn="base" hangingPunct="1">
              <a:spcBef>
                <a:spcPct val="20000"/>
              </a:spcBef>
              <a:spcAft>
                <a:spcPct val="0"/>
              </a:spcAft>
              <a:buClr>
                <a:srgbClr val="FF6600"/>
              </a:buClr>
              <a:buChar char="•"/>
              <a:defRPr sz="2000" b="1">
                <a:solidFill>
                  <a:schemeClr val="tx1"/>
                </a:solidFill>
                <a:latin typeface="+mn-lt"/>
              </a:defRPr>
            </a:lvl9pPr>
          </a:lstStyle>
          <a:p>
            <a:pPr marL="0" indent="0">
              <a:buNone/>
            </a:pPr>
            <a:r>
              <a:rPr lang="en-US" i="1" kern="0" dirty="0" smtClean="0"/>
              <a:t>Useful links to recap at home:</a:t>
            </a:r>
          </a:p>
          <a:p>
            <a:pPr marL="0" indent="0">
              <a:buNone/>
            </a:pPr>
            <a:r>
              <a:rPr lang="de-CH" dirty="0">
                <a:hlinkClick r:id="rId3"/>
              </a:rPr>
              <a:t>https://www.youtube.com/watch?v=ddM9AcreVqY</a:t>
            </a:r>
            <a:r>
              <a:rPr lang="de-CH" dirty="0"/>
              <a:t> </a:t>
            </a:r>
            <a:r>
              <a:rPr lang="en-US" i="1" kern="0" dirty="0"/>
              <a:t>(14’48</a:t>
            </a:r>
            <a:r>
              <a:rPr lang="en-US" i="1" kern="0" dirty="0" smtClean="0"/>
              <a:t>’’)</a:t>
            </a:r>
          </a:p>
          <a:p>
            <a:pPr marL="0" indent="0">
              <a:buNone/>
            </a:pPr>
            <a:r>
              <a:rPr lang="de-CH" dirty="0">
                <a:hlinkClick r:id="rId4"/>
              </a:rPr>
              <a:t>https://</a:t>
            </a:r>
            <a:r>
              <a:rPr lang="de-CH" dirty="0" smtClean="0">
                <a:hlinkClick r:id="rId4"/>
              </a:rPr>
              <a:t>www.youtube.com/watch?v=XQ3T14SIlV4</a:t>
            </a:r>
            <a:r>
              <a:rPr lang="de-CH" dirty="0" smtClean="0"/>
              <a:t> </a:t>
            </a:r>
            <a:r>
              <a:rPr lang="en-US" i="1" kern="0" dirty="0"/>
              <a:t>(20’17</a:t>
            </a:r>
            <a:r>
              <a:rPr lang="en-US" i="1" kern="0" dirty="0" smtClean="0"/>
              <a:t>’’)</a:t>
            </a:r>
          </a:p>
          <a:p>
            <a:pPr marL="0" indent="0">
              <a:buNone/>
            </a:pPr>
            <a:r>
              <a:rPr lang="de-CH" dirty="0">
                <a:hlinkClick r:id="rId5"/>
              </a:rPr>
              <a:t>https://www.youtube.com/watch?v=4xlzlgYGqW8&amp;list=PLl9NdZbdtA0wK8OIgttkScKRxcMkvoev_&amp;</a:t>
            </a:r>
            <a:r>
              <a:rPr lang="de-CH" dirty="0" smtClean="0">
                <a:hlinkClick r:id="rId5"/>
              </a:rPr>
              <a:t>index=3</a:t>
            </a:r>
            <a:r>
              <a:rPr lang="de-CH" dirty="0" smtClean="0"/>
              <a:t> </a:t>
            </a:r>
            <a:r>
              <a:rPr lang="en-US" i="1" kern="0" dirty="0" smtClean="0"/>
              <a:t>(10’58’’)</a:t>
            </a:r>
            <a:endParaRPr lang="en-US" i="1" kern="0" dirty="0"/>
          </a:p>
          <a:p>
            <a:pPr marL="0" indent="0">
              <a:buNone/>
            </a:pPr>
            <a:endParaRPr lang="de-CH" dirty="0"/>
          </a:p>
          <a:p>
            <a:endParaRPr lang="en-US" kern="0" dirty="0"/>
          </a:p>
        </p:txBody>
      </p:sp>
    </p:spTree>
    <p:extLst>
      <p:ext uri="{BB962C8B-B14F-4D97-AF65-F5344CB8AC3E}">
        <p14:creationId xmlns:p14="http://schemas.microsoft.com/office/powerpoint/2010/main" val="14206512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76250" y="2076965"/>
            <a:ext cx="8199438" cy="1143000"/>
          </a:xfrm>
        </p:spPr>
        <p:txBody>
          <a:bodyPr/>
          <a:lstStyle/>
          <a:p>
            <a:r>
              <a:rPr lang="de-CH" dirty="0"/>
              <a:t>Network Components</a:t>
            </a:r>
            <a:endParaRPr lang="de-CH" noProof="0" dirty="0"/>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13</a:t>
            </a:fld>
            <a:endParaRPr lang="en-US" altLang="de-DE"/>
          </a:p>
        </p:txBody>
      </p:sp>
    </p:spTree>
    <p:extLst>
      <p:ext uri="{BB962C8B-B14F-4D97-AF65-F5344CB8AC3E}">
        <p14:creationId xmlns:p14="http://schemas.microsoft.com/office/powerpoint/2010/main" val="353778527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CH" noProof="0" dirty="0" smtClean="0"/>
              <a:t>Client </a:t>
            </a:r>
            <a:r>
              <a:rPr lang="de-CH" noProof="0" dirty="0" err="1" smtClean="0"/>
              <a:t>and</a:t>
            </a:r>
            <a:r>
              <a:rPr lang="de-CH" noProof="0" dirty="0" smtClean="0"/>
              <a:t> Server</a:t>
            </a:r>
            <a:endParaRPr lang="de-CH" noProof="0" dirty="0"/>
          </a:p>
        </p:txBody>
      </p:sp>
      <p:sp>
        <p:nvSpPr>
          <p:cNvPr id="3" name="Inhaltsplatzhalter 2"/>
          <p:cNvSpPr>
            <a:spLocks noGrp="1"/>
          </p:cNvSpPr>
          <p:nvPr>
            <p:ph idx="1"/>
          </p:nvPr>
        </p:nvSpPr>
        <p:spPr>
          <a:xfrm>
            <a:off x="485775" y="1403573"/>
            <a:ext cx="9529763" cy="4670425"/>
          </a:xfrm>
        </p:spPr>
        <p:txBody>
          <a:bodyPr/>
          <a:lstStyle/>
          <a:p>
            <a:r>
              <a:rPr lang="en-US" dirty="0"/>
              <a:t>All end devices in the network are classified as </a:t>
            </a:r>
            <a:r>
              <a:rPr lang="en-US" dirty="0" smtClean="0"/>
              <a:t>hosts</a:t>
            </a:r>
          </a:p>
          <a:p>
            <a:r>
              <a:rPr lang="en-US" dirty="0"/>
              <a:t>Servers provide services (e.g. web server</a:t>
            </a:r>
            <a:r>
              <a:rPr lang="en-US" dirty="0" smtClean="0"/>
              <a:t>)</a:t>
            </a:r>
          </a:p>
          <a:p>
            <a:r>
              <a:rPr lang="en-US" dirty="0"/>
              <a:t>Client use services (e.g. web browser)</a:t>
            </a:r>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14</a:t>
            </a:fld>
            <a:endParaRPr lang="en-US" altLang="de-DE"/>
          </a:p>
        </p:txBody>
      </p:sp>
      <p:pic>
        <p:nvPicPr>
          <p:cNvPr id="7" name="Grafik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1045214" y="4528616"/>
            <a:ext cx="648072" cy="883561"/>
          </a:xfrm>
          <a:prstGeom prst="rect">
            <a:avLst/>
          </a:prstGeom>
        </p:spPr>
      </p:pic>
      <p:sp>
        <p:nvSpPr>
          <p:cNvPr id="8" name="Inhaltsplatzhalter 2"/>
          <p:cNvSpPr txBox="1">
            <a:spLocks/>
          </p:cNvSpPr>
          <p:nvPr/>
        </p:nvSpPr>
        <p:spPr bwMode="auto">
          <a:xfrm>
            <a:off x="829190" y="5428862"/>
            <a:ext cx="1656184" cy="374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9" tIns="45715" rIns="91429" bIns="45715" numCol="1" anchor="t" anchorCtr="0" compatLnSpc="1">
            <a:prstTxWarp prst="textNoShape">
              <a:avLst/>
            </a:prstTxWarp>
          </a:bodyPr>
          <a:lstStyle>
            <a:lvl1pPr marL="373063" indent="-373063" algn="l" defTabSz="995363" rtl="0" eaLnBrk="1" fontAlgn="base" hangingPunct="1">
              <a:spcBef>
                <a:spcPct val="20000"/>
              </a:spcBef>
              <a:spcAft>
                <a:spcPct val="0"/>
              </a:spcAft>
              <a:buClr>
                <a:srgbClr val="FF6600"/>
              </a:buClr>
              <a:buChar char="•"/>
              <a:defRPr sz="2000" b="1">
                <a:solidFill>
                  <a:schemeClr val="tx1"/>
                </a:solidFill>
                <a:latin typeface="+mn-lt"/>
                <a:ea typeface="+mn-ea"/>
                <a:cs typeface="+mn-cs"/>
              </a:defRPr>
            </a:lvl1pPr>
            <a:lvl2pPr marL="809625" indent="-311150" algn="l" defTabSz="995363" rtl="0" eaLnBrk="1" fontAlgn="base" hangingPunct="1">
              <a:spcBef>
                <a:spcPct val="20000"/>
              </a:spcBef>
              <a:spcAft>
                <a:spcPct val="0"/>
              </a:spcAft>
              <a:buClr>
                <a:srgbClr val="FF6600"/>
              </a:buClr>
              <a:buChar char="•"/>
              <a:defRPr sz="2000">
                <a:solidFill>
                  <a:srgbClr val="787878"/>
                </a:solidFill>
                <a:latin typeface="+mn-lt"/>
              </a:defRPr>
            </a:lvl2pPr>
            <a:lvl3pPr marL="1244600" indent="-249238" algn="l" defTabSz="995363" rtl="0" eaLnBrk="1" fontAlgn="base" hangingPunct="1">
              <a:spcBef>
                <a:spcPct val="20000"/>
              </a:spcBef>
              <a:spcAft>
                <a:spcPct val="0"/>
              </a:spcAft>
              <a:buClr>
                <a:srgbClr val="FF6600"/>
              </a:buClr>
              <a:buChar char="•"/>
              <a:defRPr sz="2000">
                <a:solidFill>
                  <a:srgbClr val="787878"/>
                </a:solidFill>
                <a:latin typeface="+mn-lt"/>
              </a:defRPr>
            </a:lvl3pPr>
            <a:lvl4pPr marL="1741488" indent="-247650" algn="l" defTabSz="995363" rtl="0" eaLnBrk="1" fontAlgn="base" hangingPunct="1">
              <a:spcBef>
                <a:spcPct val="20000"/>
              </a:spcBef>
              <a:spcAft>
                <a:spcPct val="0"/>
              </a:spcAft>
              <a:buClr>
                <a:srgbClr val="FF6600"/>
              </a:buClr>
              <a:buChar char="•"/>
              <a:defRPr sz="2000">
                <a:solidFill>
                  <a:srgbClr val="787878"/>
                </a:solidFill>
                <a:latin typeface="+mn-lt"/>
              </a:defRPr>
            </a:lvl4pPr>
            <a:lvl5pPr marL="2239963" indent="-249238" algn="l" defTabSz="995363" rtl="0" eaLnBrk="1" fontAlgn="base" hangingPunct="1">
              <a:spcBef>
                <a:spcPct val="20000"/>
              </a:spcBef>
              <a:spcAft>
                <a:spcPct val="0"/>
              </a:spcAft>
              <a:buClr>
                <a:srgbClr val="FF6600"/>
              </a:buClr>
              <a:buChar char="•"/>
              <a:defRPr sz="2000" b="1">
                <a:solidFill>
                  <a:schemeClr val="tx1"/>
                </a:solidFill>
                <a:latin typeface="+mn-lt"/>
              </a:defRPr>
            </a:lvl5pPr>
            <a:lvl6pPr marL="2697163" indent="-249238" algn="l" defTabSz="995363" rtl="0" eaLnBrk="1" fontAlgn="base" hangingPunct="1">
              <a:spcBef>
                <a:spcPct val="20000"/>
              </a:spcBef>
              <a:spcAft>
                <a:spcPct val="0"/>
              </a:spcAft>
              <a:buClr>
                <a:srgbClr val="FF6600"/>
              </a:buClr>
              <a:buChar char="•"/>
              <a:defRPr sz="2000" b="1">
                <a:solidFill>
                  <a:schemeClr val="tx1"/>
                </a:solidFill>
                <a:latin typeface="+mn-lt"/>
              </a:defRPr>
            </a:lvl6pPr>
            <a:lvl7pPr marL="3154363" indent="-249238" algn="l" defTabSz="995363" rtl="0" eaLnBrk="1" fontAlgn="base" hangingPunct="1">
              <a:spcBef>
                <a:spcPct val="20000"/>
              </a:spcBef>
              <a:spcAft>
                <a:spcPct val="0"/>
              </a:spcAft>
              <a:buClr>
                <a:srgbClr val="FF6600"/>
              </a:buClr>
              <a:buChar char="•"/>
              <a:defRPr sz="2000" b="1">
                <a:solidFill>
                  <a:schemeClr val="tx1"/>
                </a:solidFill>
                <a:latin typeface="+mn-lt"/>
              </a:defRPr>
            </a:lvl7pPr>
            <a:lvl8pPr marL="3611563" indent="-249238" algn="l" defTabSz="995363" rtl="0" eaLnBrk="1" fontAlgn="base" hangingPunct="1">
              <a:spcBef>
                <a:spcPct val="20000"/>
              </a:spcBef>
              <a:spcAft>
                <a:spcPct val="0"/>
              </a:spcAft>
              <a:buClr>
                <a:srgbClr val="FF6600"/>
              </a:buClr>
              <a:buChar char="•"/>
              <a:defRPr sz="2000" b="1">
                <a:solidFill>
                  <a:schemeClr val="tx1"/>
                </a:solidFill>
                <a:latin typeface="+mn-lt"/>
              </a:defRPr>
            </a:lvl8pPr>
            <a:lvl9pPr marL="4068763" indent="-249238" algn="l" defTabSz="995363" rtl="0" eaLnBrk="1" fontAlgn="base" hangingPunct="1">
              <a:spcBef>
                <a:spcPct val="20000"/>
              </a:spcBef>
              <a:spcAft>
                <a:spcPct val="0"/>
              </a:spcAft>
              <a:buClr>
                <a:srgbClr val="FF6600"/>
              </a:buClr>
              <a:buChar char="•"/>
              <a:defRPr sz="2000" b="1">
                <a:solidFill>
                  <a:schemeClr val="tx1"/>
                </a:solidFill>
                <a:latin typeface="+mn-lt"/>
              </a:defRPr>
            </a:lvl9pPr>
          </a:lstStyle>
          <a:p>
            <a:pPr marL="0" indent="0">
              <a:buNone/>
            </a:pPr>
            <a:r>
              <a:rPr lang="en-US" sz="1400" kern="0" dirty="0" smtClean="0"/>
              <a:t>Webserver</a:t>
            </a:r>
          </a:p>
          <a:p>
            <a:endParaRPr lang="en-US" sz="1400" kern="0" dirty="0"/>
          </a:p>
        </p:txBody>
      </p:sp>
      <p:pic>
        <p:nvPicPr>
          <p:cNvPr id="9" name="Grafik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2413366" y="4528616"/>
            <a:ext cx="648072" cy="883561"/>
          </a:xfrm>
          <a:prstGeom prst="rect">
            <a:avLst/>
          </a:prstGeom>
        </p:spPr>
      </p:pic>
      <p:sp>
        <p:nvSpPr>
          <p:cNvPr id="10" name="Inhaltsplatzhalter 2"/>
          <p:cNvSpPr txBox="1">
            <a:spLocks/>
          </p:cNvSpPr>
          <p:nvPr/>
        </p:nvSpPr>
        <p:spPr bwMode="auto">
          <a:xfrm>
            <a:off x="2053326" y="5428862"/>
            <a:ext cx="1656184" cy="374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9" tIns="45715" rIns="91429" bIns="45715" numCol="1" anchor="t" anchorCtr="0" compatLnSpc="1">
            <a:prstTxWarp prst="textNoShape">
              <a:avLst/>
            </a:prstTxWarp>
          </a:bodyPr>
          <a:lstStyle>
            <a:lvl1pPr marL="373063" indent="-373063" algn="l" defTabSz="995363" rtl="0" eaLnBrk="1" fontAlgn="base" hangingPunct="1">
              <a:spcBef>
                <a:spcPct val="20000"/>
              </a:spcBef>
              <a:spcAft>
                <a:spcPct val="0"/>
              </a:spcAft>
              <a:buClr>
                <a:srgbClr val="FF6600"/>
              </a:buClr>
              <a:buChar char="•"/>
              <a:defRPr sz="2000" b="1">
                <a:solidFill>
                  <a:schemeClr val="tx1"/>
                </a:solidFill>
                <a:latin typeface="+mn-lt"/>
                <a:ea typeface="+mn-ea"/>
                <a:cs typeface="+mn-cs"/>
              </a:defRPr>
            </a:lvl1pPr>
            <a:lvl2pPr marL="809625" indent="-311150" algn="l" defTabSz="995363" rtl="0" eaLnBrk="1" fontAlgn="base" hangingPunct="1">
              <a:spcBef>
                <a:spcPct val="20000"/>
              </a:spcBef>
              <a:spcAft>
                <a:spcPct val="0"/>
              </a:spcAft>
              <a:buClr>
                <a:srgbClr val="FF6600"/>
              </a:buClr>
              <a:buChar char="•"/>
              <a:defRPr sz="2000">
                <a:solidFill>
                  <a:srgbClr val="787878"/>
                </a:solidFill>
                <a:latin typeface="+mn-lt"/>
              </a:defRPr>
            </a:lvl2pPr>
            <a:lvl3pPr marL="1244600" indent="-249238" algn="l" defTabSz="995363" rtl="0" eaLnBrk="1" fontAlgn="base" hangingPunct="1">
              <a:spcBef>
                <a:spcPct val="20000"/>
              </a:spcBef>
              <a:spcAft>
                <a:spcPct val="0"/>
              </a:spcAft>
              <a:buClr>
                <a:srgbClr val="FF6600"/>
              </a:buClr>
              <a:buChar char="•"/>
              <a:defRPr sz="2000">
                <a:solidFill>
                  <a:srgbClr val="787878"/>
                </a:solidFill>
                <a:latin typeface="+mn-lt"/>
              </a:defRPr>
            </a:lvl3pPr>
            <a:lvl4pPr marL="1741488" indent="-247650" algn="l" defTabSz="995363" rtl="0" eaLnBrk="1" fontAlgn="base" hangingPunct="1">
              <a:spcBef>
                <a:spcPct val="20000"/>
              </a:spcBef>
              <a:spcAft>
                <a:spcPct val="0"/>
              </a:spcAft>
              <a:buClr>
                <a:srgbClr val="FF6600"/>
              </a:buClr>
              <a:buChar char="•"/>
              <a:defRPr sz="2000">
                <a:solidFill>
                  <a:srgbClr val="787878"/>
                </a:solidFill>
                <a:latin typeface="+mn-lt"/>
              </a:defRPr>
            </a:lvl4pPr>
            <a:lvl5pPr marL="2239963" indent="-249238" algn="l" defTabSz="995363" rtl="0" eaLnBrk="1" fontAlgn="base" hangingPunct="1">
              <a:spcBef>
                <a:spcPct val="20000"/>
              </a:spcBef>
              <a:spcAft>
                <a:spcPct val="0"/>
              </a:spcAft>
              <a:buClr>
                <a:srgbClr val="FF6600"/>
              </a:buClr>
              <a:buChar char="•"/>
              <a:defRPr sz="2000" b="1">
                <a:solidFill>
                  <a:schemeClr val="tx1"/>
                </a:solidFill>
                <a:latin typeface="+mn-lt"/>
              </a:defRPr>
            </a:lvl5pPr>
            <a:lvl6pPr marL="2697163" indent="-249238" algn="l" defTabSz="995363" rtl="0" eaLnBrk="1" fontAlgn="base" hangingPunct="1">
              <a:spcBef>
                <a:spcPct val="20000"/>
              </a:spcBef>
              <a:spcAft>
                <a:spcPct val="0"/>
              </a:spcAft>
              <a:buClr>
                <a:srgbClr val="FF6600"/>
              </a:buClr>
              <a:buChar char="•"/>
              <a:defRPr sz="2000" b="1">
                <a:solidFill>
                  <a:schemeClr val="tx1"/>
                </a:solidFill>
                <a:latin typeface="+mn-lt"/>
              </a:defRPr>
            </a:lvl6pPr>
            <a:lvl7pPr marL="3154363" indent="-249238" algn="l" defTabSz="995363" rtl="0" eaLnBrk="1" fontAlgn="base" hangingPunct="1">
              <a:spcBef>
                <a:spcPct val="20000"/>
              </a:spcBef>
              <a:spcAft>
                <a:spcPct val="0"/>
              </a:spcAft>
              <a:buClr>
                <a:srgbClr val="FF6600"/>
              </a:buClr>
              <a:buChar char="•"/>
              <a:defRPr sz="2000" b="1">
                <a:solidFill>
                  <a:schemeClr val="tx1"/>
                </a:solidFill>
                <a:latin typeface="+mn-lt"/>
              </a:defRPr>
            </a:lvl7pPr>
            <a:lvl8pPr marL="3611563" indent="-249238" algn="l" defTabSz="995363" rtl="0" eaLnBrk="1" fontAlgn="base" hangingPunct="1">
              <a:spcBef>
                <a:spcPct val="20000"/>
              </a:spcBef>
              <a:spcAft>
                <a:spcPct val="0"/>
              </a:spcAft>
              <a:buClr>
                <a:srgbClr val="FF6600"/>
              </a:buClr>
              <a:buChar char="•"/>
              <a:defRPr sz="2000" b="1">
                <a:solidFill>
                  <a:schemeClr val="tx1"/>
                </a:solidFill>
                <a:latin typeface="+mn-lt"/>
              </a:defRPr>
            </a:lvl8pPr>
            <a:lvl9pPr marL="4068763" indent="-249238" algn="l" defTabSz="995363" rtl="0" eaLnBrk="1" fontAlgn="base" hangingPunct="1">
              <a:spcBef>
                <a:spcPct val="20000"/>
              </a:spcBef>
              <a:spcAft>
                <a:spcPct val="0"/>
              </a:spcAft>
              <a:buClr>
                <a:srgbClr val="FF6600"/>
              </a:buClr>
              <a:buChar char="•"/>
              <a:defRPr sz="2000" b="1">
                <a:solidFill>
                  <a:schemeClr val="tx1"/>
                </a:solidFill>
                <a:latin typeface="+mn-lt"/>
              </a:defRPr>
            </a:lvl9pPr>
          </a:lstStyle>
          <a:p>
            <a:pPr marL="0" indent="0">
              <a:buNone/>
            </a:pPr>
            <a:r>
              <a:rPr lang="en-US" sz="1400" kern="0" dirty="0" err="1" smtClean="0"/>
              <a:t>Mailserver</a:t>
            </a:r>
            <a:endParaRPr lang="en-US" sz="1400" kern="0" dirty="0" smtClean="0"/>
          </a:p>
          <a:p>
            <a:endParaRPr lang="en-US" sz="1400" kern="0" dirty="0"/>
          </a:p>
        </p:txBody>
      </p:sp>
      <p:pic>
        <p:nvPicPr>
          <p:cNvPr id="11" name="Grafik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3565494" y="4528616"/>
            <a:ext cx="648072" cy="883561"/>
          </a:xfrm>
          <a:prstGeom prst="rect">
            <a:avLst/>
          </a:prstGeom>
        </p:spPr>
      </p:pic>
      <p:sp>
        <p:nvSpPr>
          <p:cNvPr id="12" name="Inhaltsplatzhalter 2"/>
          <p:cNvSpPr txBox="1">
            <a:spLocks/>
          </p:cNvSpPr>
          <p:nvPr/>
        </p:nvSpPr>
        <p:spPr bwMode="auto">
          <a:xfrm>
            <a:off x="3349470" y="5428862"/>
            <a:ext cx="1656184" cy="374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9" tIns="45715" rIns="91429" bIns="45715" numCol="1" anchor="t" anchorCtr="0" compatLnSpc="1">
            <a:prstTxWarp prst="textNoShape">
              <a:avLst/>
            </a:prstTxWarp>
          </a:bodyPr>
          <a:lstStyle>
            <a:lvl1pPr marL="373063" indent="-373063" algn="l" defTabSz="995363" rtl="0" eaLnBrk="1" fontAlgn="base" hangingPunct="1">
              <a:spcBef>
                <a:spcPct val="20000"/>
              </a:spcBef>
              <a:spcAft>
                <a:spcPct val="0"/>
              </a:spcAft>
              <a:buClr>
                <a:srgbClr val="FF6600"/>
              </a:buClr>
              <a:buChar char="•"/>
              <a:defRPr sz="2000" b="1">
                <a:solidFill>
                  <a:schemeClr val="tx1"/>
                </a:solidFill>
                <a:latin typeface="+mn-lt"/>
                <a:ea typeface="+mn-ea"/>
                <a:cs typeface="+mn-cs"/>
              </a:defRPr>
            </a:lvl1pPr>
            <a:lvl2pPr marL="809625" indent="-311150" algn="l" defTabSz="995363" rtl="0" eaLnBrk="1" fontAlgn="base" hangingPunct="1">
              <a:spcBef>
                <a:spcPct val="20000"/>
              </a:spcBef>
              <a:spcAft>
                <a:spcPct val="0"/>
              </a:spcAft>
              <a:buClr>
                <a:srgbClr val="FF6600"/>
              </a:buClr>
              <a:buChar char="•"/>
              <a:defRPr sz="2000">
                <a:solidFill>
                  <a:srgbClr val="787878"/>
                </a:solidFill>
                <a:latin typeface="+mn-lt"/>
              </a:defRPr>
            </a:lvl2pPr>
            <a:lvl3pPr marL="1244600" indent="-249238" algn="l" defTabSz="995363" rtl="0" eaLnBrk="1" fontAlgn="base" hangingPunct="1">
              <a:spcBef>
                <a:spcPct val="20000"/>
              </a:spcBef>
              <a:spcAft>
                <a:spcPct val="0"/>
              </a:spcAft>
              <a:buClr>
                <a:srgbClr val="FF6600"/>
              </a:buClr>
              <a:buChar char="•"/>
              <a:defRPr sz="2000">
                <a:solidFill>
                  <a:srgbClr val="787878"/>
                </a:solidFill>
                <a:latin typeface="+mn-lt"/>
              </a:defRPr>
            </a:lvl3pPr>
            <a:lvl4pPr marL="1741488" indent="-247650" algn="l" defTabSz="995363" rtl="0" eaLnBrk="1" fontAlgn="base" hangingPunct="1">
              <a:spcBef>
                <a:spcPct val="20000"/>
              </a:spcBef>
              <a:spcAft>
                <a:spcPct val="0"/>
              </a:spcAft>
              <a:buClr>
                <a:srgbClr val="FF6600"/>
              </a:buClr>
              <a:buChar char="•"/>
              <a:defRPr sz="2000">
                <a:solidFill>
                  <a:srgbClr val="787878"/>
                </a:solidFill>
                <a:latin typeface="+mn-lt"/>
              </a:defRPr>
            </a:lvl4pPr>
            <a:lvl5pPr marL="2239963" indent="-249238" algn="l" defTabSz="995363" rtl="0" eaLnBrk="1" fontAlgn="base" hangingPunct="1">
              <a:spcBef>
                <a:spcPct val="20000"/>
              </a:spcBef>
              <a:spcAft>
                <a:spcPct val="0"/>
              </a:spcAft>
              <a:buClr>
                <a:srgbClr val="FF6600"/>
              </a:buClr>
              <a:buChar char="•"/>
              <a:defRPr sz="2000" b="1">
                <a:solidFill>
                  <a:schemeClr val="tx1"/>
                </a:solidFill>
                <a:latin typeface="+mn-lt"/>
              </a:defRPr>
            </a:lvl5pPr>
            <a:lvl6pPr marL="2697163" indent="-249238" algn="l" defTabSz="995363" rtl="0" eaLnBrk="1" fontAlgn="base" hangingPunct="1">
              <a:spcBef>
                <a:spcPct val="20000"/>
              </a:spcBef>
              <a:spcAft>
                <a:spcPct val="0"/>
              </a:spcAft>
              <a:buClr>
                <a:srgbClr val="FF6600"/>
              </a:buClr>
              <a:buChar char="•"/>
              <a:defRPr sz="2000" b="1">
                <a:solidFill>
                  <a:schemeClr val="tx1"/>
                </a:solidFill>
                <a:latin typeface="+mn-lt"/>
              </a:defRPr>
            </a:lvl6pPr>
            <a:lvl7pPr marL="3154363" indent="-249238" algn="l" defTabSz="995363" rtl="0" eaLnBrk="1" fontAlgn="base" hangingPunct="1">
              <a:spcBef>
                <a:spcPct val="20000"/>
              </a:spcBef>
              <a:spcAft>
                <a:spcPct val="0"/>
              </a:spcAft>
              <a:buClr>
                <a:srgbClr val="FF6600"/>
              </a:buClr>
              <a:buChar char="•"/>
              <a:defRPr sz="2000" b="1">
                <a:solidFill>
                  <a:schemeClr val="tx1"/>
                </a:solidFill>
                <a:latin typeface="+mn-lt"/>
              </a:defRPr>
            </a:lvl7pPr>
            <a:lvl8pPr marL="3611563" indent="-249238" algn="l" defTabSz="995363" rtl="0" eaLnBrk="1" fontAlgn="base" hangingPunct="1">
              <a:spcBef>
                <a:spcPct val="20000"/>
              </a:spcBef>
              <a:spcAft>
                <a:spcPct val="0"/>
              </a:spcAft>
              <a:buClr>
                <a:srgbClr val="FF6600"/>
              </a:buClr>
              <a:buChar char="•"/>
              <a:defRPr sz="2000" b="1">
                <a:solidFill>
                  <a:schemeClr val="tx1"/>
                </a:solidFill>
                <a:latin typeface="+mn-lt"/>
              </a:defRPr>
            </a:lvl8pPr>
            <a:lvl9pPr marL="4068763" indent="-249238" algn="l" defTabSz="995363" rtl="0" eaLnBrk="1" fontAlgn="base" hangingPunct="1">
              <a:spcBef>
                <a:spcPct val="20000"/>
              </a:spcBef>
              <a:spcAft>
                <a:spcPct val="0"/>
              </a:spcAft>
              <a:buClr>
                <a:srgbClr val="FF6600"/>
              </a:buClr>
              <a:buChar char="•"/>
              <a:defRPr sz="2000" b="1">
                <a:solidFill>
                  <a:schemeClr val="tx1"/>
                </a:solidFill>
                <a:latin typeface="+mn-lt"/>
              </a:defRPr>
            </a:lvl9pPr>
          </a:lstStyle>
          <a:p>
            <a:pPr marL="0" indent="0">
              <a:buNone/>
            </a:pPr>
            <a:r>
              <a:rPr lang="en-US" sz="1400" kern="0" dirty="0" smtClean="0"/>
              <a:t>Fileserver</a:t>
            </a:r>
          </a:p>
          <a:p>
            <a:endParaRPr lang="en-US" sz="1400" kern="0" dirty="0"/>
          </a:p>
        </p:txBody>
      </p:sp>
      <p:pic>
        <p:nvPicPr>
          <p:cNvPr id="15" name="Grafik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51162" y="4283893"/>
            <a:ext cx="1200000" cy="1209524"/>
          </a:xfrm>
          <a:prstGeom prst="rect">
            <a:avLst/>
          </a:prstGeom>
        </p:spPr>
      </p:pic>
      <p:pic>
        <p:nvPicPr>
          <p:cNvPr id="16" name="Grafik 15"/>
          <p:cNvPicPr>
            <a:picLocks noChangeAspect="1"/>
          </p:cNvPicPr>
          <p:nvPr/>
        </p:nvPicPr>
        <p:blipFill rotWithShape="1">
          <a:blip r:embed="rId5" cstate="print">
            <a:extLst>
              <a:ext uri="{28A0092B-C50C-407E-A947-70E740481C1C}">
                <a14:useLocalDpi xmlns:a14="http://schemas.microsoft.com/office/drawing/2010/main" val="0"/>
              </a:ext>
            </a:extLst>
          </a:blip>
          <a:srcRect t="15686" b="14053"/>
          <a:stretch/>
        </p:blipFill>
        <p:spPr>
          <a:xfrm>
            <a:off x="2240753" y="4888656"/>
            <a:ext cx="512423" cy="360040"/>
          </a:xfrm>
          <a:prstGeom prst="rect">
            <a:avLst/>
          </a:prstGeom>
        </p:spPr>
      </p:pic>
      <p:pic>
        <p:nvPicPr>
          <p:cNvPr id="17" name="Grafik 1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53939" y="4433623"/>
            <a:ext cx="914286" cy="933333"/>
          </a:xfrm>
          <a:prstGeom prst="rect">
            <a:avLst/>
          </a:prstGeom>
        </p:spPr>
      </p:pic>
      <p:pic>
        <p:nvPicPr>
          <p:cNvPr id="18" name="Grafik 1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401514" y="4374374"/>
            <a:ext cx="1013000" cy="971484"/>
          </a:xfrm>
          <a:prstGeom prst="rect">
            <a:avLst/>
          </a:prstGeom>
        </p:spPr>
      </p:pic>
      <p:pic>
        <p:nvPicPr>
          <p:cNvPr id="19" name="Grafik 18"/>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822513" y="4371719"/>
            <a:ext cx="800000" cy="1057143"/>
          </a:xfrm>
          <a:prstGeom prst="rect">
            <a:avLst/>
          </a:prstGeom>
        </p:spPr>
      </p:pic>
      <p:sp>
        <p:nvSpPr>
          <p:cNvPr id="20" name="Inhaltsplatzhalter 2"/>
          <p:cNvSpPr txBox="1">
            <a:spLocks/>
          </p:cNvSpPr>
          <p:nvPr/>
        </p:nvSpPr>
        <p:spPr bwMode="auto">
          <a:xfrm>
            <a:off x="4794421" y="5428862"/>
            <a:ext cx="1656184" cy="374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9" tIns="45715" rIns="91429" bIns="45715" numCol="1" anchor="t" anchorCtr="0" compatLnSpc="1">
            <a:prstTxWarp prst="textNoShape">
              <a:avLst/>
            </a:prstTxWarp>
          </a:bodyPr>
          <a:lstStyle>
            <a:lvl1pPr marL="373063" indent="-373063" algn="l" defTabSz="995363" rtl="0" eaLnBrk="1" fontAlgn="base" hangingPunct="1">
              <a:spcBef>
                <a:spcPct val="20000"/>
              </a:spcBef>
              <a:spcAft>
                <a:spcPct val="0"/>
              </a:spcAft>
              <a:buClr>
                <a:srgbClr val="FF6600"/>
              </a:buClr>
              <a:buChar char="•"/>
              <a:defRPr sz="2000" b="1">
                <a:solidFill>
                  <a:schemeClr val="tx1"/>
                </a:solidFill>
                <a:latin typeface="+mn-lt"/>
                <a:ea typeface="+mn-ea"/>
                <a:cs typeface="+mn-cs"/>
              </a:defRPr>
            </a:lvl1pPr>
            <a:lvl2pPr marL="809625" indent="-311150" algn="l" defTabSz="995363" rtl="0" eaLnBrk="1" fontAlgn="base" hangingPunct="1">
              <a:spcBef>
                <a:spcPct val="20000"/>
              </a:spcBef>
              <a:spcAft>
                <a:spcPct val="0"/>
              </a:spcAft>
              <a:buClr>
                <a:srgbClr val="FF6600"/>
              </a:buClr>
              <a:buChar char="•"/>
              <a:defRPr sz="2000">
                <a:solidFill>
                  <a:srgbClr val="787878"/>
                </a:solidFill>
                <a:latin typeface="+mn-lt"/>
              </a:defRPr>
            </a:lvl2pPr>
            <a:lvl3pPr marL="1244600" indent="-249238" algn="l" defTabSz="995363" rtl="0" eaLnBrk="1" fontAlgn="base" hangingPunct="1">
              <a:spcBef>
                <a:spcPct val="20000"/>
              </a:spcBef>
              <a:spcAft>
                <a:spcPct val="0"/>
              </a:spcAft>
              <a:buClr>
                <a:srgbClr val="FF6600"/>
              </a:buClr>
              <a:buChar char="•"/>
              <a:defRPr sz="2000">
                <a:solidFill>
                  <a:srgbClr val="787878"/>
                </a:solidFill>
                <a:latin typeface="+mn-lt"/>
              </a:defRPr>
            </a:lvl3pPr>
            <a:lvl4pPr marL="1741488" indent="-247650" algn="l" defTabSz="995363" rtl="0" eaLnBrk="1" fontAlgn="base" hangingPunct="1">
              <a:spcBef>
                <a:spcPct val="20000"/>
              </a:spcBef>
              <a:spcAft>
                <a:spcPct val="0"/>
              </a:spcAft>
              <a:buClr>
                <a:srgbClr val="FF6600"/>
              </a:buClr>
              <a:buChar char="•"/>
              <a:defRPr sz="2000">
                <a:solidFill>
                  <a:srgbClr val="787878"/>
                </a:solidFill>
                <a:latin typeface="+mn-lt"/>
              </a:defRPr>
            </a:lvl4pPr>
            <a:lvl5pPr marL="2239963" indent="-249238" algn="l" defTabSz="995363" rtl="0" eaLnBrk="1" fontAlgn="base" hangingPunct="1">
              <a:spcBef>
                <a:spcPct val="20000"/>
              </a:spcBef>
              <a:spcAft>
                <a:spcPct val="0"/>
              </a:spcAft>
              <a:buClr>
                <a:srgbClr val="FF6600"/>
              </a:buClr>
              <a:buChar char="•"/>
              <a:defRPr sz="2000" b="1">
                <a:solidFill>
                  <a:schemeClr val="tx1"/>
                </a:solidFill>
                <a:latin typeface="+mn-lt"/>
              </a:defRPr>
            </a:lvl5pPr>
            <a:lvl6pPr marL="2697163" indent="-249238" algn="l" defTabSz="995363" rtl="0" eaLnBrk="1" fontAlgn="base" hangingPunct="1">
              <a:spcBef>
                <a:spcPct val="20000"/>
              </a:spcBef>
              <a:spcAft>
                <a:spcPct val="0"/>
              </a:spcAft>
              <a:buClr>
                <a:srgbClr val="FF6600"/>
              </a:buClr>
              <a:buChar char="•"/>
              <a:defRPr sz="2000" b="1">
                <a:solidFill>
                  <a:schemeClr val="tx1"/>
                </a:solidFill>
                <a:latin typeface="+mn-lt"/>
              </a:defRPr>
            </a:lvl6pPr>
            <a:lvl7pPr marL="3154363" indent="-249238" algn="l" defTabSz="995363" rtl="0" eaLnBrk="1" fontAlgn="base" hangingPunct="1">
              <a:spcBef>
                <a:spcPct val="20000"/>
              </a:spcBef>
              <a:spcAft>
                <a:spcPct val="0"/>
              </a:spcAft>
              <a:buClr>
                <a:srgbClr val="FF6600"/>
              </a:buClr>
              <a:buChar char="•"/>
              <a:defRPr sz="2000" b="1">
                <a:solidFill>
                  <a:schemeClr val="tx1"/>
                </a:solidFill>
                <a:latin typeface="+mn-lt"/>
              </a:defRPr>
            </a:lvl7pPr>
            <a:lvl8pPr marL="3611563" indent="-249238" algn="l" defTabSz="995363" rtl="0" eaLnBrk="1" fontAlgn="base" hangingPunct="1">
              <a:spcBef>
                <a:spcPct val="20000"/>
              </a:spcBef>
              <a:spcAft>
                <a:spcPct val="0"/>
              </a:spcAft>
              <a:buClr>
                <a:srgbClr val="FF6600"/>
              </a:buClr>
              <a:buChar char="•"/>
              <a:defRPr sz="2000" b="1">
                <a:solidFill>
                  <a:schemeClr val="tx1"/>
                </a:solidFill>
                <a:latin typeface="+mn-lt"/>
              </a:defRPr>
            </a:lvl8pPr>
            <a:lvl9pPr marL="4068763" indent="-249238" algn="l" defTabSz="995363" rtl="0" eaLnBrk="1" fontAlgn="base" hangingPunct="1">
              <a:spcBef>
                <a:spcPct val="20000"/>
              </a:spcBef>
              <a:spcAft>
                <a:spcPct val="0"/>
              </a:spcAft>
              <a:buClr>
                <a:srgbClr val="FF6600"/>
              </a:buClr>
              <a:buChar char="•"/>
              <a:defRPr sz="2000" b="1">
                <a:solidFill>
                  <a:schemeClr val="tx1"/>
                </a:solidFill>
                <a:latin typeface="+mn-lt"/>
              </a:defRPr>
            </a:lvl9pPr>
          </a:lstStyle>
          <a:p>
            <a:pPr marL="0" indent="0">
              <a:buNone/>
            </a:pPr>
            <a:r>
              <a:rPr lang="en-US" sz="1400" kern="0" dirty="0" smtClean="0"/>
              <a:t>Tablet</a:t>
            </a:r>
          </a:p>
          <a:p>
            <a:endParaRPr lang="en-US" sz="1400" kern="0" dirty="0"/>
          </a:p>
        </p:txBody>
      </p:sp>
      <p:sp>
        <p:nvSpPr>
          <p:cNvPr id="21" name="Inhaltsplatzhalter 2"/>
          <p:cNvSpPr txBox="1">
            <a:spLocks/>
          </p:cNvSpPr>
          <p:nvPr/>
        </p:nvSpPr>
        <p:spPr bwMode="auto">
          <a:xfrm>
            <a:off x="6126329" y="5415566"/>
            <a:ext cx="1656184" cy="374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9" tIns="45715" rIns="91429" bIns="45715" numCol="1" anchor="t" anchorCtr="0" compatLnSpc="1">
            <a:prstTxWarp prst="textNoShape">
              <a:avLst/>
            </a:prstTxWarp>
          </a:bodyPr>
          <a:lstStyle>
            <a:lvl1pPr marL="373063" indent="-373063" algn="l" defTabSz="995363" rtl="0" eaLnBrk="1" fontAlgn="base" hangingPunct="1">
              <a:spcBef>
                <a:spcPct val="20000"/>
              </a:spcBef>
              <a:spcAft>
                <a:spcPct val="0"/>
              </a:spcAft>
              <a:buClr>
                <a:srgbClr val="FF6600"/>
              </a:buClr>
              <a:buChar char="•"/>
              <a:defRPr sz="2000" b="1">
                <a:solidFill>
                  <a:schemeClr val="tx1"/>
                </a:solidFill>
                <a:latin typeface="+mn-lt"/>
                <a:ea typeface="+mn-ea"/>
                <a:cs typeface="+mn-cs"/>
              </a:defRPr>
            </a:lvl1pPr>
            <a:lvl2pPr marL="809625" indent="-311150" algn="l" defTabSz="995363" rtl="0" eaLnBrk="1" fontAlgn="base" hangingPunct="1">
              <a:spcBef>
                <a:spcPct val="20000"/>
              </a:spcBef>
              <a:spcAft>
                <a:spcPct val="0"/>
              </a:spcAft>
              <a:buClr>
                <a:srgbClr val="FF6600"/>
              </a:buClr>
              <a:buChar char="•"/>
              <a:defRPr sz="2000">
                <a:solidFill>
                  <a:srgbClr val="787878"/>
                </a:solidFill>
                <a:latin typeface="+mn-lt"/>
              </a:defRPr>
            </a:lvl2pPr>
            <a:lvl3pPr marL="1244600" indent="-249238" algn="l" defTabSz="995363" rtl="0" eaLnBrk="1" fontAlgn="base" hangingPunct="1">
              <a:spcBef>
                <a:spcPct val="20000"/>
              </a:spcBef>
              <a:spcAft>
                <a:spcPct val="0"/>
              </a:spcAft>
              <a:buClr>
                <a:srgbClr val="FF6600"/>
              </a:buClr>
              <a:buChar char="•"/>
              <a:defRPr sz="2000">
                <a:solidFill>
                  <a:srgbClr val="787878"/>
                </a:solidFill>
                <a:latin typeface="+mn-lt"/>
              </a:defRPr>
            </a:lvl3pPr>
            <a:lvl4pPr marL="1741488" indent="-247650" algn="l" defTabSz="995363" rtl="0" eaLnBrk="1" fontAlgn="base" hangingPunct="1">
              <a:spcBef>
                <a:spcPct val="20000"/>
              </a:spcBef>
              <a:spcAft>
                <a:spcPct val="0"/>
              </a:spcAft>
              <a:buClr>
                <a:srgbClr val="FF6600"/>
              </a:buClr>
              <a:buChar char="•"/>
              <a:defRPr sz="2000">
                <a:solidFill>
                  <a:srgbClr val="787878"/>
                </a:solidFill>
                <a:latin typeface="+mn-lt"/>
              </a:defRPr>
            </a:lvl4pPr>
            <a:lvl5pPr marL="2239963" indent="-249238" algn="l" defTabSz="995363" rtl="0" eaLnBrk="1" fontAlgn="base" hangingPunct="1">
              <a:spcBef>
                <a:spcPct val="20000"/>
              </a:spcBef>
              <a:spcAft>
                <a:spcPct val="0"/>
              </a:spcAft>
              <a:buClr>
                <a:srgbClr val="FF6600"/>
              </a:buClr>
              <a:buChar char="•"/>
              <a:defRPr sz="2000" b="1">
                <a:solidFill>
                  <a:schemeClr val="tx1"/>
                </a:solidFill>
                <a:latin typeface="+mn-lt"/>
              </a:defRPr>
            </a:lvl5pPr>
            <a:lvl6pPr marL="2697163" indent="-249238" algn="l" defTabSz="995363" rtl="0" eaLnBrk="1" fontAlgn="base" hangingPunct="1">
              <a:spcBef>
                <a:spcPct val="20000"/>
              </a:spcBef>
              <a:spcAft>
                <a:spcPct val="0"/>
              </a:spcAft>
              <a:buClr>
                <a:srgbClr val="FF6600"/>
              </a:buClr>
              <a:buChar char="•"/>
              <a:defRPr sz="2000" b="1">
                <a:solidFill>
                  <a:schemeClr val="tx1"/>
                </a:solidFill>
                <a:latin typeface="+mn-lt"/>
              </a:defRPr>
            </a:lvl6pPr>
            <a:lvl7pPr marL="3154363" indent="-249238" algn="l" defTabSz="995363" rtl="0" eaLnBrk="1" fontAlgn="base" hangingPunct="1">
              <a:spcBef>
                <a:spcPct val="20000"/>
              </a:spcBef>
              <a:spcAft>
                <a:spcPct val="0"/>
              </a:spcAft>
              <a:buClr>
                <a:srgbClr val="FF6600"/>
              </a:buClr>
              <a:buChar char="•"/>
              <a:defRPr sz="2000" b="1">
                <a:solidFill>
                  <a:schemeClr val="tx1"/>
                </a:solidFill>
                <a:latin typeface="+mn-lt"/>
              </a:defRPr>
            </a:lvl7pPr>
            <a:lvl8pPr marL="3611563" indent="-249238" algn="l" defTabSz="995363" rtl="0" eaLnBrk="1" fontAlgn="base" hangingPunct="1">
              <a:spcBef>
                <a:spcPct val="20000"/>
              </a:spcBef>
              <a:spcAft>
                <a:spcPct val="0"/>
              </a:spcAft>
              <a:buClr>
                <a:srgbClr val="FF6600"/>
              </a:buClr>
              <a:buChar char="•"/>
              <a:defRPr sz="2000" b="1">
                <a:solidFill>
                  <a:schemeClr val="tx1"/>
                </a:solidFill>
                <a:latin typeface="+mn-lt"/>
              </a:defRPr>
            </a:lvl8pPr>
            <a:lvl9pPr marL="4068763" indent="-249238" algn="l" defTabSz="995363" rtl="0" eaLnBrk="1" fontAlgn="base" hangingPunct="1">
              <a:spcBef>
                <a:spcPct val="20000"/>
              </a:spcBef>
              <a:spcAft>
                <a:spcPct val="0"/>
              </a:spcAft>
              <a:buClr>
                <a:srgbClr val="FF6600"/>
              </a:buClr>
              <a:buChar char="•"/>
              <a:defRPr sz="2000" b="1">
                <a:solidFill>
                  <a:schemeClr val="tx1"/>
                </a:solidFill>
                <a:latin typeface="+mn-lt"/>
              </a:defRPr>
            </a:lvl9pPr>
          </a:lstStyle>
          <a:p>
            <a:pPr marL="0" indent="0">
              <a:buNone/>
            </a:pPr>
            <a:r>
              <a:rPr lang="en-US" sz="1400" kern="0" dirty="0" smtClean="0"/>
              <a:t>Computer</a:t>
            </a:r>
          </a:p>
          <a:p>
            <a:endParaRPr lang="en-US" sz="1400" kern="0" dirty="0"/>
          </a:p>
        </p:txBody>
      </p:sp>
      <p:sp>
        <p:nvSpPr>
          <p:cNvPr id="22" name="Inhaltsplatzhalter 2"/>
          <p:cNvSpPr txBox="1">
            <a:spLocks/>
          </p:cNvSpPr>
          <p:nvPr/>
        </p:nvSpPr>
        <p:spPr bwMode="auto">
          <a:xfrm>
            <a:off x="8514258" y="5415566"/>
            <a:ext cx="1656184" cy="374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9" tIns="45715" rIns="91429" bIns="45715" numCol="1" anchor="t" anchorCtr="0" compatLnSpc="1">
            <a:prstTxWarp prst="textNoShape">
              <a:avLst/>
            </a:prstTxWarp>
          </a:bodyPr>
          <a:lstStyle>
            <a:lvl1pPr marL="373063" indent="-373063" algn="l" defTabSz="995363" rtl="0" eaLnBrk="1" fontAlgn="base" hangingPunct="1">
              <a:spcBef>
                <a:spcPct val="20000"/>
              </a:spcBef>
              <a:spcAft>
                <a:spcPct val="0"/>
              </a:spcAft>
              <a:buClr>
                <a:srgbClr val="FF6600"/>
              </a:buClr>
              <a:buChar char="•"/>
              <a:defRPr sz="2000" b="1">
                <a:solidFill>
                  <a:schemeClr val="tx1"/>
                </a:solidFill>
                <a:latin typeface="+mn-lt"/>
                <a:ea typeface="+mn-ea"/>
                <a:cs typeface="+mn-cs"/>
              </a:defRPr>
            </a:lvl1pPr>
            <a:lvl2pPr marL="809625" indent="-311150" algn="l" defTabSz="995363" rtl="0" eaLnBrk="1" fontAlgn="base" hangingPunct="1">
              <a:spcBef>
                <a:spcPct val="20000"/>
              </a:spcBef>
              <a:spcAft>
                <a:spcPct val="0"/>
              </a:spcAft>
              <a:buClr>
                <a:srgbClr val="FF6600"/>
              </a:buClr>
              <a:buChar char="•"/>
              <a:defRPr sz="2000">
                <a:solidFill>
                  <a:srgbClr val="787878"/>
                </a:solidFill>
                <a:latin typeface="+mn-lt"/>
              </a:defRPr>
            </a:lvl2pPr>
            <a:lvl3pPr marL="1244600" indent="-249238" algn="l" defTabSz="995363" rtl="0" eaLnBrk="1" fontAlgn="base" hangingPunct="1">
              <a:spcBef>
                <a:spcPct val="20000"/>
              </a:spcBef>
              <a:spcAft>
                <a:spcPct val="0"/>
              </a:spcAft>
              <a:buClr>
                <a:srgbClr val="FF6600"/>
              </a:buClr>
              <a:buChar char="•"/>
              <a:defRPr sz="2000">
                <a:solidFill>
                  <a:srgbClr val="787878"/>
                </a:solidFill>
                <a:latin typeface="+mn-lt"/>
              </a:defRPr>
            </a:lvl3pPr>
            <a:lvl4pPr marL="1741488" indent="-247650" algn="l" defTabSz="995363" rtl="0" eaLnBrk="1" fontAlgn="base" hangingPunct="1">
              <a:spcBef>
                <a:spcPct val="20000"/>
              </a:spcBef>
              <a:spcAft>
                <a:spcPct val="0"/>
              </a:spcAft>
              <a:buClr>
                <a:srgbClr val="FF6600"/>
              </a:buClr>
              <a:buChar char="•"/>
              <a:defRPr sz="2000">
                <a:solidFill>
                  <a:srgbClr val="787878"/>
                </a:solidFill>
                <a:latin typeface="+mn-lt"/>
              </a:defRPr>
            </a:lvl4pPr>
            <a:lvl5pPr marL="2239963" indent="-249238" algn="l" defTabSz="995363" rtl="0" eaLnBrk="1" fontAlgn="base" hangingPunct="1">
              <a:spcBef>
                <a:spcPct val="20000"/>
              </a:spcBef>
              <a:spcAft>
                <a:spcPct val="0"/>
              </a:spcAft>
              <a:buClr>
                <a:srgbClr val="FF6600"/>
              </a:buClr>
              <a:buChar char="•"/>
              <a:defRPr sz="2000" b="1">
                <a:solidFill>
                  <a:schemeClr val="tx1"/>
                </a:solidFill>
                <a:latin typeface="+mn-lt"/>
              </a:defRPr>
            </a:lvl5pPr>
            <a:lvl6pPr marL="2697163" indent="-249238" algn="l" defTabSz="995363" rtl="0" eaLnBrk="1" fontAlgn="base" hangingPunct="1">
              <a:spcBef>
                <a:spcPct val="20000"/>
              </a:spcBef>
              <a:spcAft>
                <a:spcPct val="0"/>
              </a:spcAft>
              <a:buClr>
                <a:srgbClr val="FF6600"/>
              </a:buClr>
              <a:buChar char="•"/>
              <a:defRPr sz="2000" b="1">
                <a:solidFill>
                  <a:schemeClr val="tx1"/>
                </a:solidFill>
                <a:latin typeface="+mn-lt"/>
              </a:defRPr>
            </a:lvl6pPr>
            <a:lvl7pPr marL="3154363" indent="-249238" algn="l" defTabSz="995363" rtl="0" eaLnBrk="1" fontAlgn="base" hangingPunct="1">
              <a:spcBef>
                <a:spcPct val="20000"/>
              </a:spcBef>
              <a:spcAft>
                <a:spcPct val="0"/>
              </a:spcAft>
              <a:buClr>
                <a:srgbClr val="FF6600"/>
              </a:buClr>
              <a:buChar char="•"/>
              <a:defRPr sz="2000" b="1">
                <a:solidFill>
                  <a:schemeClr val="tx1"/>
                </a:solidFill>
                <a:latin typeface="+mn-lt"/>
              </a:defRPr>
            </a:lvl7pPr>
            <a:lvl8pPr marL="3611563" indent="-249238" algn="l" defTabSz="995363" rtl="0" eaLnBrk="1" fontAlgn="base" hangingPunct="1">
              <a:spcBef>
                <a:spcPct val="20000"/>
              </a:spcBef>
              <a:spcAft>
                <a:spcPct val="0"/>
              </a:spcAft>
              <a:buClr>
                <a:srgbClr val="FF6600"/>
              </a:buClr>
              <a:buChar char="•"/>
              <a:defRPr sz="2000" b="1">
                <a:solidFill>
                  <a:schemeClr val="tx1"/>
                </a:solidFill>
                <a:latin typeface="+mn-lt"/>
              </a:defRPr>
            </a:lvl8pPr>
            <a:lvl9pPr marL="4068763" indent="-249238" algn="l" defTabSz="995363" rtl="0" eaLnBrk="1" fontAlgn="base" hangingPunct="1">
              <a:spcBef>
                <a:spcPct val="20000"/>
              </a:spcBef>
              <a:spcAft>
                <a:spcPct val="0"/>
              </a:spcAft>
              <a:buClr>
                <a:srgbClr val="FF6600"/>
              </a:buClr>
              <a:buChar char="•"/>
              <a:defRPr sz="2000" b="1">
                <a:solidFill>
                  <a:schemeClr val="tx1"/>
                </a:solidFill>
                <a:latin typeface="+mn-lt"/>
              </a:defRPr>
            </a:lvl9pPr>
          </a:lstStyle>
          <a:p>
            <a:pPr marL="0" indent="0">
              <a:buNone/>
            </a:pPr>
            <a:r>
              <a:rPr lang="en-US" sz="1400" kern="0" dirty="0" smtClean="0"/>
              <a:t>Laptop</a:t>
            </a:r>
          </a:p>
          <a:p>
            <a:endParaRPr lang="en-US" sz="1400" kern="0" dirty="0"/>
          </a:p>
        </p:txBody>
      </p:sp>
      <p:sp>
        <p:nvSpPr>
          <p:cNvPr id="23" name="Inhaltsplatzhalter 2"/>
          <p:cNvSpPr txBox="1">
            <a:spLocks/>
          </p:cNvSpPr>
          <p:nvPr/>
        </p:nvSpPr>
        <p:spPr bwMode="auto">
          <a:xfrm>
            <a:off x="7296113" y="5428861"/>
            <a:ext cx="1656184" cy="374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9" tIns="45715" rIns="91429" bIns="45715" numCol="1" anchor="t" anchorCtr="0" compatLnSpc="1">
            <a:prstTxWarp prst="textNoShape">
              <a:avLst/>
            </a:prstTxWarp>
          </a:bodyPr>
          <a:lstStyle>
            <a:lvl1pPr marL="373063" indent="-373063" algn="l" defTabSz="995363" rtl="0" eaLnBrk="1" fontAlgn="base" hangingPunct="1">
              <a:spcBef>
                <a:spcPct val="20000"/>
              </a:spcBef>
              <a:spcAft>
                <a:spcPct val="0"/>
              </a:spcAft>
              <a:buClr>
                <a:srgbClr val="FF6600"/>
              </a:buClr>
              <a:buChar char="•"/>
              <a:defRPr sz="2000" b="1">
                <a:solidFill>
                  <a:schemeClr val="tx1"/>
                </a:solidFill>
                <a:latin typeface="+mn-lt"/>
                <a:ea typeface="+mn-ea"/>
                <a:cs typeface="+mn-cs"/>
              </a:defRPr>
            </a:lvl1pPr>
            <a:lvl2pPr marL="809625" indent="-311150" algn="l" defTabSz="995363" rtl="0" eaLnBrk="1" fontAlgn="base" hangingPunct="1">
              <a:spcBef>
                <a:spcPct val="20000"/>
              </a:spcBef>
              <a:spcAft>
                <a:spcPct val="0"/>
              </a:spcAft>
              <a:buClr>
                <a:srgbClr val="FF6600"/>
              </a:buClr>
              <a:buChar char="•"/>
              <a:defRPr sz="2000">
                <a:solidFill>
                  <a:srgbClr val="787878"/>
                </a:solidFill>
                <a:latin typeface="+mn-lt"/>
              </a:defRPr>
            </a:lvl2pPr>
            <a:lvl3pPr marL="1244600" indent="-249238" algn="l" defTabSz="995363" rtl="0" eaLnBrk="1" fontAlgn="base" hangingPunct="1">
              <a:spcBef>
                <a:spcPct val="20000"/>
              </a:spcBef>
              <a:spcAft>
                <a:spcPct val="0"/>
              </a:spcAft>
              <a:buClr>
                <a:srgbClr val="FF6600"/>
              </a:buClr>
              <a:buChar char="•"/>
              <a:defRPr sz="2000">
                <a:solidFill>
                  <a:srgbClr val="787878"/>
                </a:solidFill>
                <a:latin typeface="+mn-lt"/>
              </a:defRPr>
            </a:lvl3pPr>
            <a:lvl4pPr marL="1741488" indent="-247650" algn="l" defTabSz="995363" rtl="0" eaLnBrk="1" fontAlgn="base" hangingPunct="1">
              <a:spcBef>
                <a:spcPct val="20000"/>
              </a:spcBef>
              <a:spcAft>
                <a:spcPct val="0"/>
              </a:spcAft>
              <a:buClr>
                <a:srgbClr val="FF6600"/>
              </a:buClr>
              <a:buChar char="•"/>
              <a:defRPr sz="2000">
                <a:solidFill>
                  <a:srgbClr val="787878"/>
                </a:solidFill>
                <a:latin typeface="+mn-lt"/>
              </a:defRPr>
            </a:lvl4pPr>
            <a:lvl5pPr marL="2239963" indent="-249238" algn="l" defTabSz="995363" rtl="0" eaLnBrk="1" fontAlgn="base" hangingPunct="1">
              <a:spcBef>
                <a:spcPct val="20000"/>
              </a:spcBef>
              <a:spcAft>
                <a:spcPct val="0"/>
              </a:spcAft>
              <a:buClr>
                <a:srgbClr val="FF6600"/>
              </a:buClr>
              <a:buChar char="•"/>
              <a:defRPr sz="2000" b="1">
                <a:solidFill>
                  <a:schemeClr val="tx1"/>
                </a:solidFill>
                <a:latin typeface="+mn-lt"/>
              </a:defRPr>
            </a:lvl5pPr>
            <a:lvl6pPr marL="2697163" indent="-249238" algn="l" defTabSz="995363" rtl="0" eaLnBrk="1" fontAlgn="base" hangingPunct="1">
              <a:spcBef>
                <a:spcPct val="20000"/>
              </a:spcBef>
              <a:spcAft>
                <a:spcPct val="0"/>
              </a:spcAft>
              <a:buClr>
                <a:srgbClr val="FF6600"/>
              </a:buClr>
              <a:buChar char="•"/>
              <a:defRPr sz="2000" b="1">
                <a:solidFill>
                  <a:schemeClr val="tx1"/>
                </a:solidFill>
                <a:latin typeface="+mn-lt"/>
              </a:defRPr>
            </a:lvl6pPr>
            <a:lvl7pPr marL="3154363" indent="-249238" algn="l" defTabSz="995363" rtl="0" eaLnBrk="1" fontAlgn="base" hangingPunct="1">
              <a:spcBef>
                <a:spcPct val="20000"/>
              </a:spcBef>
              <a:spcAft>
                <a:spcPct val="0"/>
              </a:spcAft>
              <a:buClr>
                <a:srgbClr val="FF6600"/>
              </a:buClr>
              <a:buChar char="•"/>
              <a:defRPr sz="2000" b="1">
                <a:solidFill>
                  <a:schemeClr val="tx1"/>
                </a:solidFill>
                <a:latin typeface="+mn-lt"/>
              </a:defRPr>
            </a:lvl7pPr>
            <a:lvl8pPr marL="3611563" indent="-249238" algn="l" defTabSz="995363" rtl="0" eaLnBrk="1" fontAlgn="base" hangingPunct="1">
              <a:spcBef>
                <a:spcPct val="20000"/>
              </a:spcBef>
              <a:spcAft>
                <a:spcPct val="0"/>
              </a:spcAft>
              <a:buClr>
                <a:srgbClr val="FF6600"/>
              </a:buClr>
              <a:buChar char="•"/>
              <a:defRPr sz="2000" b="1">
                <a:solidFill>
                  <a:schemeClr val="tx1"/>
                </a:solidFill>
                <a:latin typeface="+mn-lt"/>
              </a:defRPr>
            </a:lvl8pPr>
            <a:lvl9pPr marL="4068763" indent="-249238" algn="l" defTabSz="995363" rtl="0" eaLnBrk="1" fontAlgn="base" hangingPunct="1">
              <a:spcBef>
                <a:spcPct val="20000"/>
              </a:spcBef>
              <a:spcAft>
                <a:spcPct val="0"/>
              </a:spcAft>
              <a:buClr>
                <a:srgbClr val="FF6600"/>
              </a:buClr>
              <a:buChar char="•"/>
              <a:defRPr sz="2000" b="1">
                <a:solidFill>
                  <a:schemeClr val="tx1"/>
                </a:solidFill>
                <a:latin typeface="+mn-lt"/>
              </a:defRPr>
            </a:lvl9pPr>
          </a:lstStyle>
          <a:p>
            <a:pPr marL="0" indent="0">
              <a:buNone/>
            </a:pPr>
            <a:r>
              <a:rPr lang="en-US" sz="1400" kern="0" dirty="0" smtClean="0"/>
              <a:t>Printer</a:t>
            </a:r>
          </a:p>
          <a:p>
            <a:endParaRPr lang="en-US" sz="1400" kern="0" dirty="0"/>
          </a:p>
        </p:txBody>
      </p:sp>
    </p:spTree>
    <p:extLst>
      <p:ext uri="{BB962C8B-B14F-4D97-AF65-F5344CB8AC3E}">
        <p14:creationId xmlns:p14="http://schemas.microsoft.com/office/powerpoint/2010/main" val="228286801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CH" noProof="0" dirty="0" smtClean="0"/>
              <a:t>Peer </a:t>
            </a:r>
            <a:r>
              <a:rPr lang="de-CH" noProof="0" dirty="0" err="1" smtClean="0"/>
              <a:t>to</a:t>
            </a:r>
            <a:r>
              <a:rPr lang="de-CH" noProof="0" dirty="0" smtClean="0"/>
              <a:t> Peer</a:t>
            </a:r>
            <a:endParaRPr lang="de-CH" noProof="0" dirty="0"/>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15</a:t>
            </a:fld>
            <a:endParaRPr lang="en-US" altLang="de-DE"/>
          </a:p>
        </p:txBody>
      </p:sp>
      <p:cxnSp>
        <p:nvCxnSpPr>
          <p:cNvPr id="10" name="Gerader Verbinder 9"/>
          <p:cNvCxnSpPr/>
          <p:nvPr/>
        </p:nvCxnSpPr>
        <p:spPr bwMode="auto">
          <a:xfrm>
            <a:off x="3088451" y="5075981"/>
            <a:ext cx="4248472" cy="0"/>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3" name="Grafik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1065" y="4283893"/>
            <a:ext cx="1497599" cy="1462183"/>
          </a:xfrm>
          <a:prstGeom prst="rect">
            <a:avLst/>
          </a:prstGeom>
        </p:spPr>
      </p:pic>
      <p:pic>
        <p:nvPicPr>
          <p:cNvPr id="9" name="Grafik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7074098" y="4304082"/>
            <a:ext cx="1132340" cy="1543797"/>
          </a:xfrm>
          <a:prstGeom prst="rect">
            <a:avLst/>
          </a:prstGeom>
        </p:spPr>
      </p:pic>
      <p:sp>
        <p:nvSpPr>
          <p:cNvPr id="11" name="Inhaltsplatzhalter 2"/>
          <p:cNvSpPr>
            <a:spLocks noGrp="1"/>
          </p:cNvSpPr>
          <p:nvPr>
            <p:ph idx="1"/>
          </p:nvPr>
        </p:nvSpPr>
        <p:spPr>
          <a:xfrm>
            <a:off x="485775" y="1331565"/>
            <a:ext cx="9529763" cy="4670425"/>
          </a:xfrm>
        </p:spPr>
        <p:txBody>
          <a:bodyPr/>
          <a:lstStyle/>
          <a:p>
            <a:r>
              <a:rPr lang="en-US" dirty="0"/>
              <a:t>e.g. Access local Energy Valve webserver with a </a:t>
            </a:r>
            <a:r>
              <a:rPr lang="en-US" dirty="0" smtClean="0"/>
              <a:t>laptop</a:t>
            </a:r>
            <a:endParaRPr lang="en-US" dirty="0"/>
          </a:p>
        </p:txBody>
      </p:sp>
    </p:spTree>
    <p:extLst>
      <p:ext uri="{BB962C8B-B14F-4D97-AF65-F5344CB8AC3E}">
        <p14:creationId xmlns:p14="http://schemas.microsoft.com/office/powerpoint/2010/main" val="228632768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76250" y="493713"/>
            <a:ext cx="8199438" cy="775939"/>
          </a:xfrm>
        </p:spPr>
        <p:txBody>
          <a:bodyPr/>
          <a:lstStyle/>
          <a:p>
            <a:r>
              <a:rPr lang="de-CH" noProof="0" dirty="0" smtClean="0"/>
              <a:t>Hub (out </a:t>
            </a:r>
            <a:r>
              <a:rPr lang="de-CH" noProof="0" dirty="0" err="1" smtClean="0"/>
              <a:t>of</a:t>
            </a:r>
            <a:r>
              <a:rPr lang="de-CH" noProof="0" dirty="0" smtClean="0"/>
              <a:t> </a:t>
            </a:r>
            <a:r>
              <a:rPr lang="de-CH" noProof="0" dirty="0" err="1" smtClean="0"/>
              <a:t>date</a:t>
            </a:r>
            <a:r>
              <a:rPr lang="de-CH" noProof="0" dirty="0" smtClean="0"/>
              <a:t>)</a:t>
            </a:r>
            <a:endParaRPr lang="de-CH" noProof="0" dirty="0"/>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16</a:t>
            </a:fld>
            <a:endParaRPr lang="en-US" altLang="de-DE"/>
          </a:p>
        </p:txBody>
      </p:sp>
      <p:cxnSp>
        <p:nvCxnSpPr>
          <p:cNvPr id="13" name="Gerader Verbinder 12"/>
          <p:cNvCxnSpPr/>
          <p:nvPr/>
        </p:nvCxnSpPr>
        <p:spPr bwMode="auto">
          <a:xfrm flipV="1">
            <a:off x="3088451" y="3932722"/>
            <a:ext cx="1565126" cy="1803974"/>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Gerader Verbinder 13"/>
          <p:cNvCxnSpPr/>
          <p:nvPr/>
        </p:nvCxnSpPr>
        <p:spPr bwMode="auto">
          <a:xfrm flipH="1" flipV="1">
            <a:off x="5777954" y="3932722"/>
            <a:ext cx="1668252" cy="1892992"/>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Gerader Verbinder 15"/>
          <p:cNvCxnSpPr/>
          <p:nvPr/>
        </p:nvCxnSpPr>
        <p:spPr bwMode="auto">
          <a:xfrm flipV="1">
            <a:off x="5215765" y="3792480"/>
            <a:ext cx="1" cy="1879691"/>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7" name="Grafik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21163" y="3295971"/>
            <a:ext cx="1955473" cy="849001"/>
          </a:xfrm>
          <a:prstGeom prst="rect">
            <a:avLst/>
          </a:prstGeom>
        </p:spPr>
      </p:pic>
      <p:pic>
        <p:nvPicPr>
          <p:cNvPr id="18" name="Grafik 1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1065" y="5304648"/>
            <a:ext cx="1497599" cy="1462183"/>
          </a:xfrm>
          <a:prstGeom prst="rect">
            <a:avLst/>
          </a:prstGeom>
        </p:spPr>
      </p:pic>
      <p:pic>
        <p:nvPicPr>
          <p:cNvPr id="20" name="Grafik 1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79177" y="5409214"/>
            <a:ext cx="1497599" cy="1462183"/>
          </a:xfrm>
          <a:prstGeom prst="rect">
            <a:avLst/>
          </a:prstGeom>
        </p:spPr>
      </p:pic>
      <p:pic>
        <p:nvPicPr>
          <p:cNvPr id="21" name="Grafik 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7074098" y="5332384"/>
            <a:ext cx="1132340" cy="1543797"/>
          </a:xfrm>
          <a:prstGeom prst="rect">
            <a:avLst/>
          </a:prstGeom>
        </p:spPr>
      </p:pic>
      <p:sp>
        <p:nvSpPr>
          <p:cNvPr id="25" name="Inhaltsplatzhalter 2"/>
          <p:cNvSpPr>
            <a:spLocks noGrp="1"/>
          </p:cNvSpPr>
          <p:nvPr>
            <p:ph idx="1"/>
          </p:nvPr>
        </p:nvSpPr>
        <p:spPr>
          <a:xfrm>
            <a:off x="485775" y="1269652"/>
            <a:ext cx="9529763" cy="4670425"/>
          </a:xfrm>
        </p:spPr>
        <p:txBody>
          <a:bodyPr/>
          <a:lstStyle/>
          <a:p>
            <a:r>
              <a:rPr lang="en-US" dirty="0"/>
              <a:t>Connects end devices to each </a:t>
            </a:r>
            <a:r>
              <a:rPr lang="en-US" dirty="0" smtClean="0"/>
              <a:t>other</a:t>
            </a:r>
          </a:p>
          <a:p>
            <a:r>
              <a:rPr lang="en-US" dirty="0"/>
              <a:t>Sends all incoming frames to all other devices</a:t>
            </a:r>
            <a:endParaRPr lang="en-US" dirty="0" smtClean="0"/>
          </a:p>
        </p:txBody>
      </p:sp>
    </p:spTree>
    <p:extLst>
      <p:ext uri="{BB962C8B-B14F-4D97-AF65-F5344CB8AC3E}">
        <p14:creationId xmlns:p14="http://schemas.microsoft.com/office/powerpoint/2010/main" val="33186256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CH" noProof="0" dirty="0" smtClean="0"/>
              <a:t>Switch</a:t>
            </a:r>
            <a:endParaRPr lang="de-CH" noProof="0" dirty="0"/>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17</a:t>
            </a:fld>
            <a:endParaRPr lang="en-US" altLang="de-DE"/>
          </a:p>
        </p:txBody>
      </p:sp>
      <p:cxnSp>
        <p:nvCxnSpPr>
          <p:cNvPr id="7" name="Gerader Verbinder 6"/>
          <p:cNvCxnSpPr/>
          <p:nvPr/>
        </p:nvCxnSpPr>
        <p:spPr bwMode="auto">
          <a:xfrm flipV="1">
            <a:off x="3088451" y="3932722"/>
            <a:ext cx="1565126" cy="1803974"/>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Gerader Verbinder 7"/>
          <p:cNvCxnSpPr/>
          <p:nvPr/>
        </p:nvCxnSpPr>
        <p:spPr bwMode="auto">
          <a:xfrm flipH="1" flipV="1">
            <a:off x="5777954" y="3932722"/>
            <a:ext cx="1668252" cy="1892992"/>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Gerader Verbinder 8"/>
          <p:cNvCxnSpPr/>
          <p:nvPr/>
        </p:nvCxnSpPr>
        <p:spPr bwMode="auto">
          <a:xfrm flipV="1">
            <a:off x="5215765" y="3792480"/>
            <a:ext cx="1" cy="1879691"/>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0" name="Grafik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21163" y="3295971"/>
            <a:ext cx="1955473" cy="849001"/>
          </a:xfrm>
          <a:prstGeom prst="rect">
            <a:avLst/>
          </a:prstGeom>
        </p:spPr>
      </p:pic>
      <p:pic>
        <p:nvPicPr>
          <p:cNvPr id="11" name="Grafik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1065" y="5304648"/>
            <a:ext cx="1497599" cy="1462183"/>
          </a:xfrm>
          <a:prstGeom prst="rect">
            <a:avLst/>
          </a:prstGeom>
        </p:spPr>
      </p:pic>
      <p:pic>
        <p:nvPicPr>
          <p:cNvPr id="13" name="Grafik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79177" y="5409214"/>
            <a:ext cx="1497599" cy="1462183"/>
          </a:xfrm>
          <a:prstGeom prst="rect">
            <a:avLst/>
          </a:prstGeom>
        </p:spPr>
      </p:pic>
      <p:pic>
        <p:nvPicPr>
          <p:cNvPr id="14" name="Grafik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7074098" y="5332384"/>
            <a:ext cx="1132340" cy="1543797"/>
          </a:xfrm>
          <a:prstGeom prst="rect">
            <a:avLst/>
          </a:prstGeom>
        </p:spPr>
      </p:pic>
      <p:sp>
        <p:nvSpPr>
          <p:cNvPr id="15" name="Inhaltsplatzhalter 2"/>
          <p:cNvSpPr>
            <a:spLocks noGrp="1"/>
          </p:cNvSpPr>
          <p:nvPr>
            <p:ph idx="1"/>
          </p:nvPr>
        </p:nvSpPr>
        <p:spPr>
          <a:xfrm>
            <a:off x="485775" y="1269652"/>
            <a:ext cx="9529763" cy="4670425"/>
          </a:xfrm>
        </p:spPr>
        <p:txBody>
          <a:bodyPr/>
          <a:lstStyle/>
          <a:p>
            <a:r>
              <a:rPr lang="en-US" dirty="0"/>
              <a:t>Connects end devices to each other</a:t>
            </a:r>
          </a:p>
          <a:p>
            <a:r>
              <a:rPr lang="en-US" dirty="0"/>
              <a:t>Forwards incoming frames to the device </a:t>
            </a:r>
            <a:r>
              <a:rPr lang="en-US" dirty="0" smtClean="0"/>
              <a:t>addressed</a:t>
            </a:r>
          </a:p>
          <a:p>
            <a:r>
              <a:rPr lang="en-US" dirty="0"/>
              <a:t>Manages a list with internal </a:t>
            </a:r>
            <a:r>
              <a:rPr lang="en-US" dirty="0" smtClean="0"/>
              <a:t>identifier</a:t>
            </a:r>
            <a:endParaRPr lang="en-US" dirty="0"/>
          </a:p>
          <a:p>
            <a:r>
              <a:rPr lang="en-US" dirty="0" smtClean="0"/>
              <a:t>Data Link Layer</a:t>
            </a:r>
          </a:p>
        </p:txBody>
      </p:sp>
    </p:spTree>
    <p:extLst>
      <p:ext uri="{BB962C8B-B14F-4D97-AF65-F5344CB8AC3E}">
        <p14:creationId xmlns:p14="http://schemas.microsoft.com/office/powerpoint/2010/main" val="347240522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CH" noProof="0" dirty="0" smtClean="0"/>
              <a:t>Wi-Fi Access Point</a:t>
            </a:r>
            <a:endParaRPr lang="de-CH" noProof="0" dirty="0"/>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18</a:t>
            </a:fld>
            <a:endParaRPr lang="en-US" altLang="de-DE"/>
          </a:p>
        </p:txBody>
      </p:sp>
      <p:cxnSp>
        <p:nvCxnSpPr>
          <p:cNvPr id="7" name="Gerader Verbinder 6"/>
          <p:cNvCxnSpPr/>
          <p:nvPr/>
        </p:nvCxnSpPr>
        <p:spPr bwMode="auto">
          <a:xfrm>
            <a:off x="3113658" y="3957696"/>
            <a:ext cx="1165519" cy="0"/>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8" name="Gruppieren 17"/>
          <p:cNvGrpSpPr/>
          <p:nvPr/>
        </p:nvGrpSpPr>
        <p:grpSpPr>
          <a:xfrm>
            <a:off x="1961530" y="3211910"/>
            <a:ext cx="1380938" cy="1037592"/>
            <a:chOff x="1879355" y="3070028"/>
            <a:chExt cx="1028446" cy="772741"/>
          </a:xfrm>
        </p:grpSpPr>
        <p:pic>
          <p:nvPicPr>
            <p:cNvPr id="16" name="Grafik 15"/>
            <p:cNvPicPr>
              <a:picLocks noChangeAspect="1"/>
            </p:cNvPicPr>
            <p:nvPr/>
          </p:nvPicPr>
          <p:blipFill rotWithShape="1">
            <a:blip r:embed="rId3">
              <a:extLst>
                <a:ext uri="{28A0092B-C50C-407E-A947-70E740481C1C}">
                  <a14:useLocalDpi xmlns:a14="http://schemas.microsoft.com/office/drawing/2010/main" val="0"/>
                </a:ext>
              </a:extLst>
            </a:blip>
            <a:srcRect t="50000"/>
            <a:stretch/>
          </p:blipFill>
          <p:spPr>
            <a:xfrm>
              <a:off x="1879355" y="3377519"/>
              <a:ext cx="1028446" cy="465250"/>
            </a:xfrm>
            <a:prstGeom prst="rect">
              <a:avLst/>
            </a:prstGeom>
          </p:spPr>
        </p:pic>
        <p:pic>
          <p:nvPicPr>
            <p:cNvPr id="17" name="Grafik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43735" y="3070028"/>
              <a:ext cx="514770" cy="404704"/>
            </a:xfrm>
            <a:prstGeom prst="rect">
              <a:avLst/>
            </a:prstGeom>
          </p:spPr>
        </p:pic>
      </p:grpSp>
      <p:cxnSp>
        <p:nvCxnSpPr>
          <p:cNvPr id="24" name="Gerader Verbinder 23"/>
          <p:cNvCxnSpPr/>
          <p:nvPr/>
        </p:nvCxnSpPr>
        <p:spPr bwMode="auto">
          <a:xfrm flipH="1" flipV="1">
            <a:off x="5777954" y="3932722"/>
            <a:ext cx="1668252" cy="1892992"/>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Gerader Verbinder 24"/>
          <p:cNvCxnSpPr/>
          <p:nvPr/>
        </p:nvCxnSpPr>
        <p:spPr bwMode="auto">
          <a:xfrm flipV="1">
            <a:off x="5215765" y="3792480"/>
            <a:ext cx="1" cy="1879691"/>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6" name="Grafik 2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21163" y="3295971"/>
            <a:ext cx="1955473" cy="849001"/>
          </a:xfrm>
          <a:prstGeom prst="rect">
            <a:avLst/>
          </a:prstGeom>
        </p:spPr>
      </p:pic>
      <p:pic>
        <p:nvPicPr>
          <p:cNvPr id="27" name="Grafik 2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31065" y="5304648"/>
            <a:ext cx="1497599" cy="1462183"/>
          </a:xfrm>
          <a:prstGeom prst="rect">
            <a:avLst/>
          </a:prstGeom>
        </p:spPr>
      </p:pic>
      <p:pic>
        <p:nvPicPr>
          <p:cNvPr id="29" name="Grafik 2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79177" y="5409214"/>
            <a:ext cx="1497599" cy="1462183"/>
          </a:xfrm>
          <a:prstGeom prst="rect">
            <a:avLst/>
          </a:prstGeom>
        </p:spPr>
      </p:pic>
      <p:pic>
        <p:nvPicPr>
          <p:cNvPr id="21" name="Grafik 2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49562" y="5004871"/>
            <a:ext cx="691203" cy="543413"/>
          </a:xfrm>
          <a:prstGeom prst="rect">
            <a:avLst/>
          </a:prstGeom>
        </p:spPr>
      </p:pic>
      <p:pic>
        <p:nvPicPr>
          <p:cNvPr id="19" name="Grafik 1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flipH="1">
            <a:off x="7074098" y="5332384"/>
            <a:ext cx="1132340" cy="1543797"/>
          </a:xfrm>
          <a:prstGeom prst="rect">
            <a:avLst/>
          </a:prstGeom>
        </p:spPr>
      </p:pic>
      <p:sp>
        <p:nvSpPr>
          <p:cNvPr id="20" name="Inhaltsplatzhalter 2"/>
          <p:cNvSpPr>
            <a:spLocks noGrp="1"/>
          </p:cNvSpPr>
          <p:nvPr>
            <p:ph idx="1"/>
          </p:nvPr>
        </p:nvSpPr>
        <p:spPr>
          <a:xfrm>
            <a:off x="485775" y="1269652"/>
            <a:ext cx="9529763" cy="4670425"/>
          </a:xfrm>
        </p:spPr>
        <p:txBody>
          <a:bodyPr/>
          <a:lstStyle/>
          <a:p>
            <a:r>
              <a:rPr lang="en-US" dirty="0" smtClean="0"/>
              <a:t>WLAN</a:t>
            </a:r>
          </a:p>
          <a:p>
            <a:endParaRPr lang="en-US" dirty="0" smtClean="0"/>
          </a:p>
        </p:txBody>
      </p:sp>
    </p:spTree>
    <p:extLst>
      <p:ext uri="{BB962C8B-B14F-4D97-AF65-F5344CB8AC3E}">
        <p14:creationId xmlns:p14="http://schemas.microsoft.com/office/powerpoint/2010/main" val="356693644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8" name="Gerader Verbinder 37"/>
          <p:cNvCxnSpPr/>
          <p:nvPr/>
        </p:nvCxnSpPr>
        <p:spPr bwMode="auto">
          <a:xfrm flipH="1" flipV="1">
            <a:off x="5489922" y="3238884"/>
            <a:ext cx="2235542" cy="53907"/>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Gerader Verbinder 35"/>
          <p:cNvCxnSpPr/>
          <p:nvPr/>
        </p:nvCxnSpPr>
        <p:spPr bwMode="auto">
          <a:xfrm>
            <a:off x="3053744" y="3238884"/>
            <a:ext cx="2148146" cy="0"/>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Gerader Verbinder 21"/>
          <p:cNvCxnSpPr/>
          <p:nvPr/>
        </p:nvCxnSpPr>
        <p:spPr bwMode="auto">
          <a:xfrm flipV="1">
            <a:off x="3010125" y="3719202"/>
            <a:ext cx="1" cy="1060386"/>
          </a:xfrm>
          <a:prstGeom prst="line">
            <a:avLst/>
          </a:prstGeom>
          <a:solidFill>
            <a:schemeClr val="accent1"/>
          </a:solidFill>
          <a:ln w="57150" cap="flat" cmpd="sng" algn="ctr">
            <a:solidFill>
              <a:srgbClr val="F3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Titel 1"/>
          <p:cNvSpPr>
            <a:spLocks noGrp="1"/>
          </p:cNvSpPr>
          <p:nvPr>
            <p:ph type="title"/>
          </p:nvPr>
        </p:nvSpPr>
        <p:spPr/>
        <p:txBody>
          <a:bodyPr/>
          <a:lstStyle/>
          <a:p>
            <a:r>
              <a:rPr lang="de-CH" noProof="0" dirty="0" smtClean="0"/>
              <a:t>Router</a:t>
            </a:r>
            <a:endParaRPr lang="de-CH" noProof="0" dirty="0"/>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19</a:t>
            </a:fld>
            <a:endParaRPr lang="en-US" altLang="de-DE"/>
          </a:p>
        </p:txBody>
      </p:sp>
      <p:cxnSp>
        <p:nvCxnSpPr>
          <p:cNvPr id="7" name="Gerader Verbinder 6"/>
          <p:cNvCxnSpPr/>
          <p:nvPr/>
        </p:nvCxnSpPr>
        <p:spPr bwMode="auto">
          <a:xfrm flipV="1">
            <a:off x="1843951" y="5100502"/>
            <a:ext cx="882931" cy="1017672"/>
          </a:xfrm>
          <a:prstGeom prst="line">
            <a:avLst/>
          </a:prstGeom>
          <a:solidFill>
            <a:schemeClr val="accent1"/>
          </a:solidFill>
          <a:ln w="57150" cap="flat" cmpd="sng" algn="ctr">
            <a:solidFill>
              <a:srgbClr val="F3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Gerader Verbinder 7"/>
          <p:cNvCxnSpPr/>
          <p:nvPr/>
        </p:nvCxnSpPr>
        <p:spPr bwMode="auto">
          <a:xfrm flipH="1" flipV="1">
            <a:off x="3361175" y="5100502"/>
            <a:ext cx="941107" cy="1067890"/>
          </a:xfrm>
          <a:prstGeom prst="line">
            <a:avLst/>
          </a:prstGeom>
          <a:solidFill>
            <a:schemeClr val="accent1"/>
          </a:solidFill>
          <a:ln w="57150" cap="flat" cmpd="sng" algn="ctr">
            <a:solidFill>
              <a:srgbClr val="F3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Gerader Verbinder 8"/>
          <p:cNvCxnSpPr/>
          <p:nvPr/>
        </p:nvCxnSpPr>
        <p:spPr bwMode="auto">
          <a:xfrm flipV="1">
            <a:off x="3044028" y="5021388"/>
            <a:ext cx="1" cy="1060386"/>
          </a:xfrm>
          <a:prstGeom prst="line">
            <a:avLst/>
          </a:prstGeom>
          <a:solidFill>
            <a:schemeClr val="accent1"/>
          </a:solidFill>
          <a:ln w="57150" cap="flat" cmpd="sng" algn="ctr">
            <a:solidFill>
              <a:srgbClr val="F3060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0" name="Grafik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82946" y="4741293"/>
            <a:ext cx="1103137" cy="478945"/>
          </a:xfrm>
          <a:prstGeom prst="rect">
            <a:avLst/>
          </a:prstGeom>
        </p:spPr>
      </p:pic>
      <p:pic>
        <p:nvPicPr>
          <p:cNvPr id="11" name="Grafik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34625" y="5874444"/>
            <a:ext cx="844837" cy="824858"/>
          </a:xfrm>
          <a:prstGeom prst="rect">
            <a:avLst/>
          </a:prstGeom>
        </p:spPr>
      </p:pic>
      <p:pic>
        <p:nvPicPr>
          <p:cNvPr id="13" name="Grafik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15673" y="5933433"/>
            <a:ext cx="844837" cy="824858"/>
          </a:xfrm>
          <a:prstGeom prst="rect">
            <a:avLst/>
          </a:prstGeom>
        </p:spPr>
      </p:pic>
      <p:grpSp>
        <p:nvGrpSpPr>
          <p:cNvPr id="21" name="Gruppieren 20"/>
          <p:cNvGrpSpPr/>
          <p:nvPr/>
        </p:nvGrpSpPr>
        <p:grpSpPr>
          <a:xfrm>
            <a:off x="2407426" y="2677589"/>
            <a:ext cx="1050914" cy="1263274"/>
            <a:chOff x="2535169" y="2156743"/>
            <a:chExt cx="945717" cy="1023339"/>
          </a:xfrm>
        </p:grpSpPr>
        <p:pic>
          <p:nvPicPr>
            <p:cNvPr id="18" name="Grafik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2647054" y="2156743"/>
              <a:ext cx="833832" cy="1023339"/>
            </a:xfrm>
            <a:prstGeom prst="rect">
              <a:avLst/>
            </a:prstGeom>
          </p:spPr>
        </p:pic>
        <p:pic>
          <p:nvPicPr>
            <p:cNvPr id="19" name="Grafik 1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535169" y="2611431"/>
              <a:ext cx="581621" cy="382707"/>
            </a:xfrm>
            <a:prstGeom prst="rect">
              <a:avLst/>
            </a:prstGeom>
          </p:spPr>
        </p:pic>
      </p:grpSp>
      <p:cxnSp>
        <p:nvCxnSpPr>
          <p:cNvPr id="24" name="Gerader Verbinder 23"/>
          <p:cNvCxnSpPr/>
          <p:nvPr/>
        </p:nvCxnSpPr>
        <p:spPr bwMode="auto">
          <a:xfrm flipV="1">
            <a:off x="7725462" y="3719202"/>
            <a:ext cx="1" cy="1060386"/>
          </a:xfrm>
          <a:prstGeom prst="line">
            <a:avLst/>
          </a:prstGeom>
          <a:solidFill>
            <a:schemeClr val="accent1"/>
          </a:solidFill>
          <a:ln w="57150" cap="flat" cmpd="sng" algn="ctr">
            <a:solidFill>
              <a:srgbClr val="437FA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Gerader Verbinder 25"/>
          <p:cNvCxnSpPr/>
          <p:nvPr/>
        </p:nvCxnSpPr>
        <p:spPr bwMode="auto">
          <a:xfrm flipV="1">
            <a:off x="6559288" y="5100502"/>
            <a:ext cx="882931" cy="1017672"/>
          </a:xfrm>
          <a:prstGeom prst="line">
            <a:avLst/>
          </a:prstGeom>
          <a:solidFill>
            <a:schemeClr val="accent1"/>
          </a:solidFill>
          <a:ln w="57150" cap="flat" cmpd="sng" algn="ctr">
            <a:solidFill>
              <a:srgbClr val="437FA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Gerader Verbinder 26"/>
          <p:cNvCxnSpPr/>
          <p:nvPr/>
        </p:nvCxnSpPr>
        <p:spPr bwMode="auto">
          <a:xfrm flipH="1" flipV="1">
            <a:off x="8076512" y="5100502"/>
            <a:ext cx="941107" cy="1067890"/>
          </a:xfrm>
          <a:prstGeom prst="line">
            <a:avLst/>
          </a:prstGeom>
          <a:solidFill>
            <a:schemeClr val="accent1"/>
          </a:solidFill>
          <a:ln w="57150" cap="flat" cmpd="sng" algn="ctr">
            <a:solidFill>
              <a:srgbClr val="437FA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Gerader Verbinder 27"/>
          <p:cNvCxnSpPr/>
          <p:nvPr/>
        </p:nvCxnSpPr>
        <p:spPr bwMode="auto">
          <a:xfrm flipV="1">
            <a:off x="7759365" y="5021388"/>
            <a:ext cx="1" cy="1060386"/>
          </a:xfrm>
          <a:prstGeom prst="line">
            <a:avLst/>
          </a:prstGeom>
          <a:solidFill>
            <a:schemeClr val="accent1"/>
          </a:solidFill>
          <a:ln w="57150" cap="flat" cmpd="sng" algn="ctr">
            <a:solidFill>
              <a:srgbClr val="437FA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9" name="Grafik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98283" y="4741293"/>
            <a:ext cx="1103137" cy="478945"/>
          </a:xfrm>
          <a:prstGeom prst="rect">
            <a:avLst/>
          </a:prstGeom>
        </p:spPr>
      </p:pic>
      <p:pic>
        <p:nvPicPr>
          <p:cNvPr id="30" name="Grafik 2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49962" y="5874444"/>
            <a:ext cx="844837" cy="824858"/>
          </a:xfrm>
          <a:prstGeom prst="rect">
            <a:avLst/>
          </a:prstGeom>
        </p:spPr>
      </p:pic>
      <p:pic>
        <p:nvPicPr>
          <p:cNvPr id="31" name="Grafik 3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01138" y="5902542"/>
            <a:ext cx="844837" cy="824858"/>
          </a:xfrm>
          <a:prstGeom prst="rect">
            <a:avLst/>
          </a:prstGeom>
        </p:spPr>
      </p:pic>
      <p:grpSp>
        <p:nvGrpSpPr>
          <p:cNvPr id="33" name="Gruppieren 32"/>
          <p:cNvGrpSpPr/>
          <p:nvPr/>
        </p:nvGrpSpPr>
        <p:grpSpPr>
          <a:xfrm>
            <a:off x="7122763" y="2677589"/>
            <a:ext cx="1050914" cy="1263274"/>
            <a:chOff x="2535169" y="2156743"/>
            <a:chExt cx="945717" cy="1023339"/>
          </a:xfrm>
        </p:grpSpPr>
        <p:pic>
          <p:nvPicPr>
            <p:cNvPr id="34" name="Grafik 3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2647054" y="2156743"/>
              <a:ext cx="833832" cy="1023339"/>
            </a:xfrm>
            <a:prstGeom prst="rect">
              <a:avLst/>
            </a:prstGeom>
          </p:spPr>
        </p:pic>
        <p:pic>
          <p:nvPicPr>
            <p:cNvPr id="35" name="Grafik 3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535169" y="2611431"/>
              <a:ext cx="581621" cy="382707"/>
            </a:xfrm>
            <a:prstGeom prst="rect">
              <a:avLst/>
            </a:prstGeom>
          </p:spPr>
        </p:pic>
      </p:grpSp>
      <p:pic>
        <p:nvPicPr>
          <p:cNvPr id="37" name="Grafik 3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070381" y="2469369"/>
            <a:ext cx="2624418" cy="1742516"/>
          </a:xfrm>
          <a:prstGeom prst="rect">
            <a:avLst/>
          </a:prstGeom>
        </p:spPr>
      </p:pic>
      <p:pic>
        <p:nvPicPr>
          <p:cNvPr id="39" name="Grafik 3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3942191" y="5874444"/>
            <a:ext cx="840384" cy="1145753"/>
          </a:xfrm>
          <a:prstGeom prst="rect">
            <a:avLst/>
          </a:prstGeom>
        </p:spPr>
      </p:pic>
      <p:pic>
        <p:nvPicPr>
          <p:cNvPr id="40" name="Grafik 39"/>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265306" y="5824958"/>
            <a:ext cx="914286" cy="933333"/>
          </a:xfrm>
          <a:prstGeom prst="rect">
            <a:avLst/>
          </a:prstGeom>
        </p:spPr>
      </p:pic>
      <p:sp>
        <p:nvSpPr>
          <p:cNvPr id="41" name="Inhaltsplatzhalter 2"/>
          <p:cNvSpPr>
            <a:spLocks noGrp="1"/>
          </p:cNvSpPr>
          <p:nvPr>
            <p:ph idx="1"/>
          </p:nvPr>
        </p:nvSpPr>
        <p:spPr>
          <a:xfrm>
            <a:off x="485775" y="1269652"/>
            <a:ext cx="9529763" cy="1450961"/>
          </a:xfrm>
        </p:spPr>
        <p:txBody>
          <a:bodyPr/>
          <a:lstStyle/>
          <a:p>
            <a:r>
              <a:rPr lang="en-US" dirty="0"/>
              <a:t>Connects networks (logical network, LAN and WAN) by routing data packets to other </a:t>
            </a:r>
            <a:r>
              <a:rPr lang="en-US" dirty="0" smtClean="0"/>
              <a:t>networks</a:t>
            </a:r>
          </a:p>
          <a:p>
            <a:r>
              <a:rPr lang="en-US" dirty="0"/>
              <a:t>Allocates IP addresses (DHCP server)</a:t>
            </a:r>
            <a:endParaRPr lang="en-US" dirty="0" smtClean="0"/>
          </a:p>
        </p:txBody>
      </p:sp>
    </p:spTree>
    <p:extLst>
      <p:ext uri="{BB962C8B-B14F-4D97-AF65-F5344CB8AC3E}">
        <p14:creationId xmlns:p14="http://schemas.microsoft.com/office/powerpoint/2010/main" val="256136371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1410" y="1055925"/>
            <a:ext cx="8920007" cy="57363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8" name="Gerade Verbindung 47"/>
          <p:cNvCxnSpPr/>
          <p:nvPr/>
        </p:nvCxnSpPr>
        <p:spPr bwMode="auto">
          <a:xfrm flipV="1">
            <a:off x="7137121" y="3155345"/>
            <a:ext cx="0" cy="1672182"/>
          </a:xfrm>
          <a:prstGeom prst="line">
            <a:avLst/>
          </a:prstGeom>
          <a:solidFill>
            <a:schemeClr val="accent1"/>
          </a:solidFill>
          <a:ln w="38100" cap="flat" cmpd="sng" algn="ctr">
            <a:solidFill>
              <a:schemeClr val="bg1">
                <a:lumMod val="50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2A3BC0F3-3E06-42D6-9BF8-8795E53AFB13}" type="slidenum">
              <a:rPr lang="en-US" altLang="de-DE"/>
              <a:pPr/>
              <a:t>20</a:t>
            </a:fld>
            <a:endParaRPr lang="en-US" altLang="de-DE"/>
          </a:p>
        </p:txBody>
      </p:sp>
      <p:sp>
        <p:nvSpPr>
          <p:cNvPr id="23554" name="Rectangle 2"/>
          <p:cNvSpPr>
            <a:spLocks noGrp="1" noChangeArrowheads="1"/>
          </p:cNvSpPr>
          <p:nvPr>
            <p:ph type="title"/>
          </p:nvPr>
        </p:nvSpPr>
        <p:spPr>
          <a:xfrm>
            <a:off x="476250" y="493713"/>
            <a:ext cx="8199438" cy="621828"/>
          </a:xfrm>
        </p:spPr>
        <p:txBody>
          <a:bodyPr/>
          <a:lstStyle/>
          <a:p>
            <a:r>
              <a:rPr lang="de-CH" altLang="de-DE" dirty="0" smtClean="0"/>
              <a:t>Network </a:t>
            </a:r>
            <a:r>
              <a:rPr lang="de-CH" altLang="de-DE" dirty="0" err="1"/>
              <a:t>settings</a:t>
            </a:r>
            <a:endParaRPr lang="de-CH" altLang="de-DE" noProof="0" dirty="0"/>
          </a:p>
        </p:txBody>
      </p:sp>
      <p:cxnSp>
        <p:nvCxnSpPr>
          <p:cNvPr id="47" name="Gerade Verbindung 46"/>
          <p:cNvCxnSpPr/>
          <p:nvPr/>
        </p:nvCxnSpPr>
        <p:spPr bwMode="auto">
          <a:xfrm>
            <a:off x="7137121" y="4668612"/>
            <a:ext cx="0" cy="839417"/>
          </a:xfrm>
          <a:prstGeom prst="line">
            <a:avLst/>
          </a:prstGeom>
          <a:solidFill>
            <a:schemeClr val="accent1"/>
          </a:solidFill>
          <a:ln w="38100" cap="flat" cmpd="sng" algn="ctr">
            <a:solidFill>
              <a:schemeClr val="bg1">
                <a:lumMod val="50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2" name="Grafik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22997" y="5163436"/>
            <a:ext cx="2782238" cy="1559575"/>
          </a:xfrm>
          <a:prstGeom prst="rect">
            <a:avLst/>
          </a:prstGeom>
        </p:spPr>
      </p:pic>
      <p:sp>
        <p:nvSpPr>
          <p:cNvPr id="58" name="Textfeld 57"/>
          <p:cNvSpPr txBox="1"/>
          <p:nvPr/>
        </p:nvSpPr>
        <p:spPr>
          <a:xfrm>
            <a:off x="8092528" y="4418617"/>
            <a:ext cx="997794" cy="369332"/>
          </a:xfrm>
          <a:prstGeom prst="rect">
            <a:avLst/>
          </a:prstGeom>
          <a:noFill/>
        </p:spPr>
        <p:txBody>
          <a:bodyPr wrap="square" rtlCol="0">
            <a:spAutoFit/>
          </a:bodyPr>
          <a:lstStyle/>
          <a:p>
            <a:r>
              <a:rPr lang="en-US" sz="1800" b="1" dirty="0" smtClean="0"/>
              <a:t>Switch</a:t>
            </a:r>
          </a:p>
        </p:txBody>
      </p:sp>
      <p:pic>
        <p:nvPicPr>
          <p:cNvPr id="60" name="Grafik 5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6539066" y="2514890"/>
            <a:ext cx="1255112" cy="1540365"/>
          </a:xfrm>
          <a:prstGeom prst="rect">
            <a:avLst/>
          </a:prstGeom>
        </p:spPr>
      </p:pic>
      <p:sp>
        <p:nvSpPr>
          <p:cNvPr id="62" name="Textfeld 61"/>
          <p:cNvSpPr txBox="1"/>
          <p:nvPr/>
        </p:nvSpPr>
        <p:spPr>
          <a:xfrm>
            <a:off x="8010202" y="3347789"/>
            <a:ext cx="1022316" cy="369332"/>
          </a:xfrm>
          <a:prstGeom prst="rect">
            <a:avLst/>
          </a:prstGeom>
          <a:noFill/>
        </p:spPr>
        <p:txBody>
          <a:bodyPr wrap="square" rtlCol="0">
            <a:spAutoFit/>
          </a:bodyPr>
          <a:lstStyle/>
          <a:p>
            <a:r>
              <a:rPr lang="en-US" sz="1800" b="1" dirty="0" smtClean="0"/>
              <a:t>Router</a:t>
            </a:r>
          </a:p>
        </p:txBody>
      </p:sp>
      <p:pic>
        <p:nvPicPr>
          <p:cNvPr id="35" name="Grafik 3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6653674" y="4211885"/>
            <a:ext cx="1068496" cy="821307"/>
          </a:xfrm>
          <a:prstGeom prst="rect">
            <a:avLst/>
          </a:prstGeom>
        </p:spPr>
      </p:pic>
      <p:pic>
        <p:nvPicPr>
          <p:cNvPr id="23572" name="Grafik 2357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365393" y="3191159"/>
            <a:ext cx="875476" cy="576064"/>
          </a:xfrm>
          <a:prstGeom prst="rect">
            <a:avLst/>
          </a:prstGeom>
        </p:spPr>
      </p:pic>
      <p:sp>
        <p:nvSpPr>
          <p:cNvPr id="15" name="Rechteck 14"/>
          <p:cNvSpPr/>
          <p:nvPr/>
        </p:nvSpPr>
        <p:spPr>
          <a:xfrm>
            <a:off x="548258" y="3882896"/>
            <a:ext cx="5735058" cy="2585323"/>
          </a:xfrm>
          <a:prstGeom prst="rect">
            <a:avLst/>
          </a:prstGeom>
        </p:spPr>
        <p:txBody>
          <a:bodyPr wrap="square">
            <a:spAutoFit/>
          </a:bodyPr>
          <a:lstStyle/>
          <a:p>
            <a:r>
              <a:rPr lang="en-US" sz="1800" b="1" dirty="0" smtClean="0"/>
              <a:t>Static:</a:t>
            </a:r>
          </a:p>
          <a:p>
            <a:r>
              <a:rPr lang="en-US" sz="1800" dirty="0"/>
              <a:t>IP address and network parameters must be set manually. Must match the router settings (IP range, subnet mask, etc</a:t>
            </a:r>
            <a:r>
              <a:rPr lang="en-US" sz="1800" dirty="0" smtClean="0"/>
              <a:t>.).</a:t>
            </a:r>
          </a:p>
          <a:p>
            <a:endParaRPr lang="en-US" sz="1800" b="1" dirty="0"/>
          </a:p>
          <a:p>
            <a:r>
              <a:rPr lang="en-US" sz="1800" b="1" dirty="0" smtClean="0"/>
              <a:t>Dynamic (DHCP):</a:t>
            </a:r>
          </a:p>
          <a:p>
            <a:r>
              <a:rPr lang="en-US" sz="1800" dirty="0"/>
              <a:t>The device acts as a DHCP client and requests an IP address and all network parameters from the DHCP server (e.g. router).</a:t>
            </a:r>
            <a:endParaRPr lang="en-US" sz="2000" b="1" dirty="0"/>
          </a:p>
        </p:txBody>
      </p:sp>
      <p:sp>
        <p:nvSpPr>
          <p:cNvPr id="17" name="Textfeld 16"/>
          <p:cNvSpPr txBox="1"/>
          <p:nvPr/>
        </p:nvSpPr>
        <p:spPr>
          <a:xfrm>
            <a:off x="8041760" y="5758557"/>
            <a:ext cx="1624626" cy="369332"/>
          </a:xfrm>
          <a:prstGeom prst="rect">
            <a:avLst/>
          </a:prstGeom>
          <a:noFill/>
        </p:spPr>
        <p:txBody>
          <a:bodyPr wrap="square" rtlCol="0">
            <a:spAutoFit/>
          </a:bodyPr>
          <a:lstStyle/>
          <a:p>
            <a:r>
              <a:rPr lang="en-US" sz="1800" b="1" dirty="0" smtClean="0"/>
              <a:t>LAN device</a:t>
            </a:r>
          </a:p>
        </p:txBody>
      </p:sp>
      <p:pic>
        <p:nvPicPr>
          <p:cNvPr id="2050"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8460" y="1193229"/>
            <a:ext cx="3943350" cy="2514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5108509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Grafik 3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6779" y="1971688"/>
            <a:ext cx="2624418" cy="1742516"/>
          </a:xfrm>
          <a:prstGeom prst="rect">
            <a:avLst/>
          </a:prstGeom>
        </p:spPr>
      </p:pic>
      <p:cxnSp>
        <p:nvCxnSpPr>
          <p:cNvPr id="38" name="Gerader Verbinder 37"/>
          <p:cNvCxnSpPr/>
          <p:nvPr/>
        </p:nvCxnSpPr>
        <p:spPr bwMode="auto">
          <a:xfrm flipH="1">
            <a:off x="3211896" y="3070431"/>
            <a:ext cx="4294250" cy="0"/>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Gerader Verbinder 21"/>
          <p:cNvCxnSpPr/>
          <p:nvPr/>
        </p:nvCxnSpPr>
        <p:spPr bwMode="auto">
          <a:xfrm flipV="1">
            <a:off x="3010125" y="3492543"/>
            <a:ext cx="1" cy="1060386"/>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Titel 1"/>
          <p:cNvSpPr>
            <a:spLocks noGrp="1"/>
          </p:cNvSpPr>
          <p:nvPr>
            <p:ph type="title"/>
          </p:nvPr>
        </p:nvSpPr>
        <p:spPr/>
        <p:txBody>
          <a:bodyPr/>
          <a:lstStyle/>
          <a:p>
            <a:r>
              <a:rPr lang="de-CH" noProof="0" dirty="0" smtClean="0"/>
              <a:t>Internet Service Provider (ISP)</a:t>
            </a:r>
            <a:endParaRPr lang="de-CH" noProof="0" dirty="0"/>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21</a:t>
            </a:fld>
            <a:endParaRPr lang="en-US" altLang="de-DE"/>
          </a:p>
        </p:txBody>
      </p:sp>
      <p:grpSp>
        <p:nvGrpSpPr>
          <p:cNvPr id="17" name="Gruppieren 16"/>
          <p:cNvGrpSpPr/>
          <p:nvPr/>
        </p:nvGrpSpPr>
        <p:grpSpPr>
          <a:xfrm>
            <a:off x="1134625" y="4514634"/>
            <a:ext cx="3167657" cy="2016998"/>
            <a:chOff x="1831065" y="2995296"/>
            <a:chExt cx="5615141" cy="3575426"/>
          </a:xfrm>
        </p:grpSpPr>
        <p:cxnSp>
          <p:nvCxnSpPr>
            <p:cNvPr id="7" name="Gerader Verbinder 6"/>
            <p:cNvCxnSpPr/>
            <p:nvPr/>
          </p:nvCxnSpPr>
          <p:spPr bwMode="auto">
            <a:xfrm flipV="1">
              <a:off x="3088451" y="3632047"/>
              <a:ext cx="1565126" cy="1803974"/>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Gerader Verbinder 7"/>
            <p:cNvCxnSpPr/>
            <p:nvPr/>
          </p:nvCxnSpPr>
          <p:spPr bwMode="auto">
            <a:xfrm flipH="1" flipV="1">
              <a:off x="5777954" y="3632047"/>
              <a:ext cx="1668252" cy="1892992"/>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Gerader Verbinder 8"/>
            <p:cNvCxnSpPr/>
            <p:nvPr/>
          </p:nvCxnSpPr>
          <p:spPr bwMode="auto">
            <a:xfrm flipV="1">
              <a:off x="5215765" y="3491805"/>
              <a:ext cx="1" cy="1879691"/>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0" name="Grafik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21163" y="2995296"/>
              <a:ext cx="1955473" cy="849001"/>
            </a:xfrm>
            <a:prstGeom prst="rect">
              <a:avLst/>
            </a:prstGeom>
          </p:spPr>
        </p:pic>
        <p:pic>
          <p:nvPicPr>
            <p:cNvPr id="11" name="Grafik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31065" y="5003973"/>
              <a:ext cx="1497599" cy="1462183"/>
            </a:xfrm>
            <a:prstGeom prst="rect">
              <a:avLst/>
            </a:prstGeom>
          </p:spPr>
        </p:pic>
        <p:pic>
          <p:nvPicPr>
            <p:cNvPr id="13" name="Grafik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79177" y="5108539"/>
              <a:ext cx="1497599" cy="1462183"/>
            </a:xfrm>
            <a:prstGeom prst="rect">
              <a:avLst/>
            </a:prstGeom>
          </p:spPr>
        </p:pic>
      </p:grpSp>
      <p:grpSp>
        <p:nvGrpSpPr>
          <p:cNvPr id="21" name="Gruppieren 20"/>
          <p:cNvGrpSpPr/>
          <p:nvPr/>
        </p:nvGrpSpPr>
        <p:grpSpPr>
          <a:xfrm>
            <a:off x="2407426" y="2450930"/>
            <a:ext cx="1050914" cy="1263274"/>
            <a:chOff x="2535169" y="2156743"/>
            <a:chExt cx="945717" cy="1023339"/>
          </a:xfrm>
        </p:grpSpPr>
        <p:pic>
          <p:nvPicPr>
            <p:cNvPr id="18" name="Grafik 1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2647054" y="2156743"/>
              <a:ext cx="833832" cy="1023339"/>
            </a:xfrm>
            <a:prstGeom prst="rect">
              <a:avLst/>
            </a:prstGeom>
          </p:spPr>
        </p:pic>
        <p:pic>
          <p:nvPicPr>
            <p:cNvPr id="19" name="Grafik 1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535169" y="2611431"/>
              <a:ext cx="581621" cy="382707"/>
            </a:xfrm>
            <a:prstGeom prst="rect">
              <a:avLst/>
            </a:prstGeom>
          </p:spPr>
        </p:pic>
      </p:grpSp>
      <p:pic>
        <p:nvPicPr>
          <p:cNvPr id="36" name="Grafik 3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528735" y="2655511"/>
            <a:ext cx="961187" cy="961187"/>
          </a:xfrm>
          <a:prstGeom prst="rect">
            <a:avLst/>
          </a:prstGeom>
        </p:spPr>
      </p:pic>
      <p:grpSp>
        <p:nvGrpSpPr>
          <p:cNvPr id="3" name="Gruppieren 2"/>
          <p:cNvGrpSpPr/>
          <p:nvPr/>
        </p:nvGrpSpPr>
        <p:grpSpPr>
          <a:xfrm>
            <a:off x="3536258" y="2437110"/>
            <a:ext cx="998510" cy="1225444"/>
            <a:chOff x="737394" y="3536045"/>
            <a:chExt cx="668031" cy="819856"/>
          </a:xfrm>
        </p:grpSpPr>
        <p:pic>
          <p:nvPicPr>
            <p:cNvPr id="23" name="Grafik 2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737394" y="3536045"/>
              <a:ext cx="668031" cy="819856"/>
            </a:xfrm>
            <a:prstGeom prst="rect">
              <a:avLst/>
            </a:prstGeom>
          </p:spPr>
        </p:pic>
        <p:pic>
          <p:nvPicPr>
            <p:cNvPr id="24" name="Grafik 23"/>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40765" y="3788277"/>
              <a:ext cx="356055" cy="567624"/>
            </a:xfrm>
            <a:prstGeom prst="rect">
              <a:avLst/>
            </a:prstGeom>
          </p:spPr>
        </p:pic>
      </p:grpSp>
      <p:grpSp>
        <p:nvGrpSpPr>
          <p:cNvPr id="14" name="Gruppieren 13"/>
          <p:cNvGrpSpPr/>
          <p:nvPr/>
        </p:nvGrpSpPr>
        <p:grpSpPr>
          <a:xfrm>
            <a:off x="7280740" y="2553240"/>
            <a:ext cx="1157450" cy="777233"/>
            <a:chOff x="674019" y="2893628"/>
            <a:chExt cx="894731" cy="547337"/>
          </a:xfrm>
        </p:grpSpPr>
        <p:pic>
          <p:nvPicPr>
            <p:cNvPr id="25" name="Grafik 24"/>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74019" y="2893628"/>
              <a:ext cx="761934" cy="532759"/>
            </a:xfrm>
            <a:prstGeom prst="rect">
              <a:avLst/>
            </a:prstGeom>
          </p:spPr>
        </p:pic>
        <p:sp>
          <p:nvSpPr>
            <p:cNvPr id="26" name="Textfeld 25"/>
            <p:cNvSpPr txBox="1"/>
            <p:nvPr/>
          </p:nvSpPr>
          <p:spPr>
            <a:xfrm>
              <a:off x="784135" y="3071633"/>
              <a:ext cx="784615" cy="369332"/>
            </a:xfrm>
            <a:prstGeom prst="rect">
              <a:avLst/>
            </a:prstGeom>
            <a:noFill/>
          </p:spPr>
          <p:txBody>
            <a:bodyPr wrap="square" rtlCol="0">
              <a:spAutoFit/>
            </a:bodyPr>
            <a:lstStyle/>
            <a:p>
              <a:r>
                <a:rPr lang="en-US" sz="1800" b="1" dirty="0" smtClean="0"/>
                <a:t>ISP</a:t>
              </a:r>
            </a:p>
          </p:txBody>
        </p:sp>
      </p:grpSp>
      <p:sp>
        <p:nvSpPr>
          <p:cNvPr id="27" name="Inhaltsplatzhalter 2"/>
          <p:cNvSpPr>
            <a:spLocks noGrp="1"/>
          </p:cNvSpPr>
          <p:nvPr>
            <p:ph idx="1"/>
          </p:nvPr>
        </p:nvSpPr>
        <p:spPr>
          <a:xfrm>
            <a:off x="485775" y="1269652"/>
            <a:ext cx="9529763" cy="1450961"/>
          </a:xfrm>
        </p:spPr>
        <p:txBody>
          <a:bodyPr/>
          <a:lstStyle/>
          <a:p>
            <a:r>
              <a:rPr lang="en-US" dirty="0"/>
              <a:t>Service provider for connection to a </a:t>
            </a:r>
            <a:r>
              <a:rPr lang="en-US" dirty="0" smtClean="0"/>
              <a:t>WAN</a:t>
            </a:r>
          </a:p>
          <a:p>
            <a:r>
              <a:rPr lang="en-US" dirty="0"/>
              <a:t>Allocates IP addresses (DHCP server)</a:t>
            </a:r>
            <a:endParaRPr lang="en-US" dirty="0" smtClean="0"/>
          </a:p>
        </p:txBody>
      </p:sp>
      <p:pic>
        <p:nvPicPr>
          <p:cNvPr id="28" name="Grafik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3942191" y="5580037"/>
            <a:ext cx="840384" cy="1145753"/>
          </a:xfrm>
          <a:prstGeom prst="rect">
            <a:avLst/>
          </a:prstGeom>
        </p:spPr>
      </p:pic>
    </p:spTree>
    <p:extLst>
      <p:ext uri="{BB962C8B-B14F-4D97-AF65-F5344CB8AC3E}">
        <p14:creationId xmlns:p14="http://schemas.microsoft.com/office/powerpoint/2010/main" val="34337190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Grafik 3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94587" y="2243292"/>
            <a:ext cx="5321055" cy="3532983"/>
          </a:xfrm>
          <a:prstGeom prst="rect">
            <a:avLst/>
          </a:prstGeom>
        </p:spPr>
      </p:pic>
      <p:cxnSp>
        <p:nvCxnSpPr>
          <p:cNvPr id="57" name="Gerader Verbinder 56"/>
          <p:cNvCxnSpPr/>
          <p:nvPr/>
        </p:nvCxnSpPr>
        <p:spPr bwMode="auto">
          <a:xfrm flipH="1">
            <a:off x="2623310" y="4759335"/>
            <a:ext cx="1264224" cy="808888"/>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Gerader Verbinder 37"/>
          <p:cNvCxnSpPr>
            <a:endCxn id="36" idx="3"/>
          </p:cNvCxnSpPr>
          <p:nvPr/>
        </p:nvCxnSpPr>
        <p:spPr bwMode="auto">
          <a:xfrm flipH="1" flipV="1">
            <a:off x="2799101" y="3014805"/>
            <a:ext cx="1640424" cy="678121"/>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Titel 1"/>
          <p:cNvSpPr>
            <a:spLocks noGrp="1"/>
          </p:cNvSpPr>
          <p:nvPr>
            <p:ph type="title"/>
          </p:nvPr>
        </p:nvSpPr>
        <p:spPr/>
        <p:txBody>
          <a:bodyPr/>
          <a:lstStyle/>
          <a:p>
            <a:r>
              <a:rPr lang="de-CH" noProof="0" dirty="0" smtClean="0"/>
              <a:t>Internet</a:t>
            </a:r>
            <a:endParaRPr lang="de-CH" noProof="0" dirty="0"/>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22</a:t>
            </a:fld>
            <a:endParaRPr lang="en-US" altLang="de-DE"/>
          </a:p>
        </p:txBody>
      </p:sp>
      <p:sp>
        <p:nvSpPr>
          <p:cNvPr id="27" name="Inhaltsplatzhalter 2"/>
          <p:cNvSpPr>
            <a:spLocks noGrp="1"/>
          </p:cNvSpPr>
          <p:nvPr>
            <p:ph idx="1"/>
          </p:nvPr>
        </p:nvSpPr>
        <p:spPr>
          <a:xfrm>
            <a:off x="485775" y="1269652"/>
            <a:ext cx="9529763" cy="1450961"/>
          </a:xfrm>
        </p:spPr>
        <p:txBody>
          <a:bodyPr/>
          <a:lstStyle/>
          <a:p>
            <a:r>
              <a:rPr lang="en-US" dirty="0"/>
              <a:t>Networking of individual entities ISP and </a:t>
            </a:r>
            <a:r>
              <a:rPr lang="en-US" dirty="0" smtClean="0"/>
              <a:t>AS (</a:t>
            </a:r>
            <a:r>
              <a:rPr lang="de-CH" dirty="0" err="1"/>
              <a:t>autonomous</a:t>
            </a:r>
            <a:r>
              <a:rPr lang="de-CH" dirty="0"/>
              <a:t> </a:t>
            </a:r>
            <a:r>
              <a:rPr lang="de-CH" dirty="0" err="1" smtClean="0"/>
              <a:t>system</a:t>
            </a:r>
            <a:r>
              <a:rPr lang="de-CH" dirty="0" smtClean="0"/>
              <a:t>)</a:t>
            </a:r>
            <a:endParaRPr lang="en-US" dirty="0" smtClean="0"/>
          </a:p>
        </p:txBody>
      </p:sp>
      <p:grpSp>
        <p:nvGrpSpPr>
          <p:cNvPr id="12" name="Gruppieren 11"/>
          <p:cNvGrpSpPr/>
          <p:nvPr/>
        </p:nvGrpSpPr>
        <p:grpSpPr>
          <a:xfrm>
            <a:off x="1206844" y="2759259"/>
            <a:ext cx="1592257" cy="1567902"/>
            <a:chOff x="1134625" y="2437110"/>
            <a:chExt cx="4355297" cy="4288680"/>
          </a:xfrm>
        </p:grpSpPr>
        <p:cxnSp>
          <p:nvCxnSpPr>
            <p:cNvPr id="22" name="Gerader Verbinder 21"/>
            <p:cNvCxnSpPr/>
            <p:nvPr/>
          </p:nvCxnSpPr>
          <p:spPr bwMode="auto">
            <a:xfrm flipV="1">
              <a:off x="3010125" y="3492543"/>
              <a:ext cx="1" cy="1060386"/>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7" name="Gruppieren 16"/>
            <p:cNvGrpSpPr/>
            <p:nvPr/>
          </p:nvGrpSpPr>
          <p:grpSpPr>
            <a:xfrm>
              <a:off x="1134625" y="4514634"/>
              <a:ext cx="3167657" cy="2016998"/>
              <a:chOff x="1831065" y="2995296"/>
              <a:chExt cx="5615141" cy="3575426"/>
            </a:xfrm>
          </p:grpSpPr>
          <p:cxnSp>
            <p:nvCxnSpPr>
              <p:cNvPr id="7" name="Gerader Verbinder 6"/>
              <p:cNvCxnSpPr/>
              <p:nvPr/>
            </p:nvCxnSpPr>
            <p:spPr bwMode="auto">
              <a:xfrm flipV="1">
                <a:off x="3088451" y="3632047"/>
                <a:ext cx="1565126" cy="1803974"/>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Gerader Verbinder 7"/>
              <p:cNvCxnSpPr/>
              <p:nvPr/>
            </p:nvCxnSpPr>
            <p:spPr bwMode="auto">
              <a:xfrm flipH="1" flipV="1">
                <a:off x="5777954" y="3632047"/>
                <a:ext cx="1668252" cy="1892992"/>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Gerader Verbinder 8"/>
              <p:cNvCxnSpPr/>
              <p:nvPr/>
            </p:nvCxnSpPr>
            <p:spPr bwMode="auto">
              <a:xfrm flipV="1">
                <a:off x="5215765" y="3491805"/>
                <a:ext cx="1" cy="1879691"/>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0" name="Grafik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21163" y="2995296"/>
                <a:ext cx="1955473" cy="849001"/>
              </a:xfrm>
              <a:prstGeom prst="rect">
                <a:avLst/>
              </a:prstGeom>
            </p:spPr>
          </p:pic>
          <p:pic>
            <p:nvPicPr>
              <p:cNvPr id="11" name="Grafik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31065" y="5003973"/>
                <a:ext cx="1497599" cy="1462183"/>
              </a:xfrm>
              <a:prstGeom prst="rect">
                <a:avLst/>
              </a:prstGeom>
            </p:spPr>
          </p:pic>
          <p:pic>
            <p:nvPicPr>
              <p:cNvPr id="13" name="Grafik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79177" y="5108539"/>
                <a:ext cx="1497599" cy="1462183"/>
              </a:xfrm>
              <a:prstGeom prst="rect">
                <a:avLst/>
              </a:prstGeom>
            </p:spPr>
          </p:pic>
        </p:grpSp>
        <p:grpSp>
          <p:nvGrpSpPr>
            <p:cNvPr id="21" name="Gruppieren 20"/>
            <p:cNvGrpSpPr/>
            <p:nvPr/>
          </p:nvGrpSpPr>
          <p:grpSpPr>
            <a:xfrm>
              <a:off x="2407426" y="2450930"/>
              <a:ext cx="1050914" cy="1263274"/>
              <a:chOff x="2535169" y="2156743"/>
              <a:chExt cx="945717" cy="1023339"/>
            </a:xfrm>
          </p:grpSpPr>
          <p:pic>
            <p:nvPicPr>
              <p:cNvPr id="18" name="Grafik 1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2647054" y="2156743"/>
                <a:ext cx="833832" cy="1023339"/>
              </a:xfrm>
              <a:prstGeom prst="rect">
                <a:avLst/>
              </a:prstGeom>
            </p:spPr>
          </p:pic>
          <p:pic>
            <p:nvPicPr>
              <p:cNvPr id="19" name="Grafik 1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535169" y="2611431"/>
                <a:ext cx="581621" cy="382707"/>
              </a:xfrm>
              <a:prstGeom prst="rect">
                <a:avLst/>
              </a:prstGeom>
            </p:spPr>
          </p:pic>
        </p:grpSp>
        <p:pic>
          <p:nvPicPr>
            <p:cNvPr id="36" name="Grafik 3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528735" y="2655511"/>
              <a:ext cx="961187" cy="961187"/>
            </a:xfrm>
            <a:prstGeom prst="rect">
              <a:avLst/>
            </a:prstGeom>
          </p:spPr>
        </p:pic>
        <p:grpSp>
          <p:nvGrpSpPr>
            <p:cNvPr id="3" name="Gruppieren 2"/>
            <p:cNvGrpSpPr/>
            <p:nvPr/>
          </p:nvGrpSpPr>
          <p:grpSpPr>
            <a:xfrm>
              <a:off x="3536258" y="2437110"/>
              <a:ext cx="998510" cy="1225444"/>
              <a:chOff x="737394" y="3536045"/>
              <a:chExt cx="668031" cy="819856"/>
            </a:xfrm>
          </p:grpSpPr>
          <p:pic>
            <p:nvPicPr>
              <p:cNvPr id="23" name="Grafik 2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737394" y="3536045"/>
                <a:ext cx="668031" cy="819856"/>
              </a:xfrm>
              <a:prstGeom prst="rect">
                <a:avLst/>
              </a:prstGeom>
            </p:spPr>
          </p:pic>
          <p:pic>
            <p:nvPicPr>
              <p:cNvPr id="24" name="Grafik 23"/>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40765" y="3788277"/>
                <a:ext cx="356055" cy="567624"/>
              </a:xfrm>
              <a:prstGeom prst="rect">
                <a:avLst/>
              </a:prstGeom>
            </p:spPr>
          </p:pic>
        </p:grpSp>
        <p:pic>
          <p:nvPicPr>
            <p:cNvPr id="28" name="Grafik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3942191" y="5580037"/>
              <a:ext cx="840384" cy="1145753"/>
            </a:xfrm>
            <a:prstGeom prst="rect">
              <a:avLst/>
            </a:prstGeom>
          </p:spPr>
        </p:pic>
      </p:grpSp>
      <p:grpSp>
        <p:nvGrpSpPr>
          <p:cNvPr id="40" name="Gruppieren 39"/>
          <p:cNvGrpSpPr/>
          <p:nvPr/>
        </p:nvGrpSpPr>
        <p:grpSpPr>
          <a:xfrm>
            <a:off x="1192508" y="5351442"/>
            <a:ext cx="1592257" cy="1567902"/>
            <a:chOff x="1134625" y="2437110"/>
            <a:chExt cx="4355297" cy="4288680"/>
          </a:xfrm>
        </p:grpSpPr>
        <p:cxnSp>
          <p:nvCxnSpPr>
            <p:cNvPr id="41" name="Gerader Verbinder 40"/>
            <p:cNvCxnSpPr/>
            <p:nvPr/>
          </p:nvCxnSpPr>
          <p:spPr bwMode="auto">
            <a:xfrm flipV="1">
              <a:off x="3010125" y="3492543"/>
              <a:ext cx="1" cy="1060386"/>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2" name="Gruppieren 41"/>
            <p:cNvGrpSpPr/>
            <p:nvPr/>
          </p:nvGrpSpPr>
          <p:grpSpPr>
            <a:xfrm>
              <a:off x="1134625" y="4514634"/>
              <a:ext cx="3167657" cy="2016998"/>
              <a:chOff x="1831065" y="2995296"/>
              <a:chExt cx="5615141" cy="3575426"/>
            </a:xfrm>
          </p:grpSpPr>
          <p:cxnSp>
            <p:nvCxnSpPr>
              <p:cNvPr id="51" name="Gerader Verbinder 50"/>
              <p:cNvCxnSpPr/>
              <p:nvPr/>
            </p:nvCxnSpPr>
            <p:spPr bwMode="auto">
              <a:xfrm flipV="1">
                <a:off x="3088451" y="3632047"/>
                <a:ext cx="1565126" cy="1803974"/>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Gerader Verbinder 51"/>
              <p:cNvCxnSpPr/>
              <p:nvPr/>
            </p:nvCxnSpPr>
            <p:spPr bwMode="auto">
              <a:xfrm flipH="1" flipV="1">
                <a:off x="5777954" y="3632047"/>
                <a:ext cx="1668252" cy="1892992"/>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Gerader Verbinder 52"/>
              <p:cNvCxnSpPr/>
              <p:nvPr/>
            </p:nvCxnSpPr>
            <p:spPr bwMode="auto">
              <a:xfrm flipV="1">
                <a:off x="5215765" y="3491805"/>
                <a:ext cx="1" cy="1879691"/>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54" name="Grafik 5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21163" y="2995296"/>
                <a:ext cx="1955473" cy="849001"/>
              </a:xfrm>
              <a:prstGeom prst="rect">
                <a:avLst/>
              </a:prstGeom>
            </p:spPr>
          </p:pic>
          <p:pic>
            <p:nvPicPr>
              <p:cNvPr id="55" name="Grafik 5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31065" y="5003973"/>
                <a:ext cx="1497599" cy="1462183"/>
              </a:xfrm>
              <a:prstGeom prst="rect">
                <a:avLst/>
              </a:prstGeom>
            </p:spPr>
          </p:pic>
          <p:pic>
            <p:nvPicPr>
              <p:cNvPr id="56" name="Grafik 5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79177" y="5108539"/>
                <a:ext cx="1497599" cy="1462183"/>
              </a:xfrm>
              <a:prstGeom prst="rect">
                <a:avLst/>
              </a:prstGeom>
            </p:spPr>
          </p:pic>
        </p:grpSp>
        <p:grpSp>
          <p:nvGrpSpPr>
            <p:cNvPr id="43" name="Gruppieren 42"/>
            <p:cNvGrpSpPr/>
            <p:nvPr/>
          </p:nvGrpSpPr>
          <p:grpSpPr>
            <a:xfrm>
              <a:off x="2407426" y="2450930"/>
              <a:ext cx="1050914" cy="1263274"/>
              <a:chOff x="2535169" y="2156743"/>
              <a:chExt cx="945717" cy="1023339"/>
            </a:xfrm>
          </p:grpSpPr>
          <p:pic>
            <p:nvPicPr>
              <p:cNvPr id="49" name="Grafik 4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2647054" y="2156743"/>
                <a:ext cx="833832" cy="1023339"/>
              </a:xfrm>
              <a:prstGeom prst="rect">
                <a:avLst/>
              </a:prstGeom>
            </p:spPr>
          </p:pic>
          <p:pic>
            <p:nvPicPr>
              <p:cNvPr id="50" name="Grafik 4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535169" y="2611431"/>
                <a:ext cx="581621" cy="382707"/>
              </a:xfrm>
              <a:prstGeom prst="rect">
                <a:avLst/>
              </a:prstGeom>
            </p:spPr>
          </p:pic>
        </p:grpSp>
        <p:pic>
          <p:nvPicPr>
            <p:cNvPr id="44" name="Grafik 4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528735" y="2655511"/>
              <a:ext cx="961187" cy="961187"/>
            </a:xfrm>
            <a:prstGeom prst="rect">
              <a:avLst/>
            </a:prstGeom>
          </p:spPr>
        </p:pic>
        <p:grpSp>
          <p:nvGrpSpPr>
            <p:cNvPr id="45" name="Gruppieren 44"/>
            <p:cNvGrpSpPr/>
            <p:nvPr/>
          </p:nvGrpSpPr>
          <p:grpSpPr>
            <a:xfrm>
              <a:off x="3536258" y="2437110"/>
              <a:ext cx="998510" cy="1225444"/>
              <a:chOff x="737394" y="3536045"/>
              <a:chExt cx="668031" cy="819856"/>
            </a:xfrm>
          </p:grpSpPr>
          <p:pic>
            <p:nvPicPr>
              <p:cNvPr id="47" name="Grafik 4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737394" y="3536045"/>
                <a:ext cx="668031" cy="819856"/>
              </a:xfrm>
              <a:prstGeom prst="rect">
                <a:avLst/>
              </a:prstGeom>
            </p:spPr>
          </p:pic>
          <p:pic>
            <p:nvPicPr>
              <p:cNvPr id="48" name="Grafik 47"/>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40765" y="3788277"/>
                <a:ext cx="356055" cy="567624"/>
              </a:xfrm>
              <a:prstGeom prst="rect">
                <a:avLst/>
              </a:prstGeom>
            </p:spPr>
          </p:pic>
        </p:grpSp>
        <p:pic>
          <p:nvPicPr>
            <p:cNvPr id="46" name="Grafik 4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3942191" y="5580037"/>
              <a:ext cx="840384" cy="1145753"/>
            </a:xfrm>
            <a:prstGeom prst="rect">
              <a:avLst/>
            </a:prstGeom>
          </p:spPr>
        </p:pic>
      </p:grpSp>
      <p:cxnSp>
        <p:nvCxnSpPr>
          <p:cNvPr id="58" name="Gerader Verbinder 57"/>
          <p:cNvCxnSpPr/>
          <p:nvPr/>
        </p:nvCxnSpPr>
        <p:spPr bwMode="auto">
          <a:xfrm flipH="1">
            <a:off x="3932025" y="3800940"/>
            <a:ext cx="643944" cy="921150"/>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Gerader Verbinder 59"/>
          <p:cNvCxnSpPr>
            <a:stCxn id="39" idx="2"/>
          </p:cNvCxnSpPr>
          <p:nvPr/>
        </p:nvCxnSpPr>
        <p:spPr bwMode="auto">
          <a:xfrm>
            <a:off x="4745810" y="3844621"/>
            <a:ext cx="262703" cy="1341677"/>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Gerader Verbinder 62"/>
          <p:cNvCxnSpPr/>
          <p:nvPr/>
        </p:nvCxnSpPr>
        <p:spPr bwMode="auto">
          <a:xfrm flipH="1" flipV="1">
            <a:off x="4029983" y="4768163"/>
            <a:ext cx="820404" cy="448229"/>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 name="Gerader Verbinder 65"/>
          <p:cNvCxnSpPr>
            <a:stCxn id="98" idx="3"/>
          </p:cNvCxnSpPr>
          <p:nvPr/>
        </p:nvCxnSpPr>
        <p:spPr bwMode="auto">
          <a:xfrm flipH="1">
            <a:off x="6508259" y="5009779"/>
            <a:ext cx="1475233" cy="30324"/>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 name="Gerader Verbinder 66"/>
          <p:cNvCxnSpPr>
            <a:endCxn id="93" idx="0"/>
          </p:cNvCxnSpPr>
          <p:nvPr/>
        </p:nvCxnSpPr>
        <p:spPr bwMode="auto">
          <a:xfrm flipH="1">
            <a:off x="6217904" y="2546567"/>
            <a:ext cx="2393783" cy="726745"/>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1" name="Gruppieren 70"/>
          <p:cNvGrpSpPr/>
          <p:nvPr/>
        </p:nvGrpSpPr>
        <p:grpSpPr>
          <a:xfrm flipH="1">
            <a:off x="8454118" y="2302226"/>
            <a:ext cx="1640980" cy="1567902"/>
            <a:chOff x="1134625" y="2437110"/>
            <a:chExt cx="4355297" cy="4288680"/>
          </a:xfrm>
        </p:grpSpPr>
        <p:cxnSp>
          <p:nvCxnSpPr>
            <p:cNvPr id="72" name="Gerader Verbinder 71"/>
            <p:cNvCxnSpPr/>
            <p:nvPr/>
          </p:nvCxnSpPr>
          <p:spPr bwMode="auto">
            <a:xfrm flipV="1">
              <a:off x="3010125" y="3492543"/>
              <a:ext cx="1" cy="1060386"/>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3" name="Gruppieren 72"/>
            <p:cNvGrpSpPr/>
            <p:nvPr/>
          </p:nvGrpSpPr>
          <p:grpSpPr>
            <a:xfrm>
              <a:off x="1134625" y="4514634"/>
              <a:ext cx="3167657" cy="2016998"/>
              <a:chOff x="1831065" y="2995296"/>
              <a:chExt cx="5615141" cy="3575426"/>
            </a:xfrm>
          </p:grpSpPr>
          <p:cxnSp>
            <p:nvCxnSpPr>
              <p:cNvPr id="82" name="Gerader Verbinder 81"/>
              <p:cNvCxnSpPr/>
              <p:nvPr/>
            </p:nvCxnSpPr>
            <p:spPr bwMode="auto">
              <a:xfrm flipV="1">
                <a:off x="3088451" y="3632047"/>
                <a:ext cx="1565126" cy="1803974"/>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 name="Gerader Verbinder 82"/>
              <p:cNvCxnSpPr/>
              <p:nvPr/>
            </p:nvCxnSpPr>
            <p:spPr bwMode="auto">
              <a:xfrm flipH="1" flipV="1">
                <a:off x="5777954" y="3632047"/>
                <a:ext cx="1668252" cy="1892992"/>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 name="Gerader Verbinder 83"/>
              <p:cNvCxnSpPr/>
              <p:nvPr/>
            </p:nvCxnSpPr>
            <p:spPr bwMode="auto">
              <a:xfrm flipV="1">
                <a:off x="5215765" y="3491805"/>
                <a:ext cx="1" cy="1879691"/>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85" name="Grafik 8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21163" y="2995296"/>
                <a:ext cx="1955473" cy="849001"/>
              </a:xfrm>
              <a:prstGeom prst="rect">
                <a:avLst/>
              </a:prstGeom>
            </p:spPr>
          </p:pic>
          <p:pic>
            <p:nvPicPr>
              <p:cNvPr id="86" name="Grafik 8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31065" y="5003973"/>
                <a:ext cx="1497599" cy="1462183"/>
              </a:xfrm>
              <a:prstGeom prst="rect">
                <a:avLst/>
              </a:prstGeom>
            </p:spPr>
          </p:pic>
          <p:pic>
            <p:nvPicPr>
              <p:cNvPr id="87" name="Grafik 8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79177" y="5108539"/>
                <a:ext cx="1497599" cy="1462183"/>
              </a:xfrm>
              <a:prstGeom prst="rect">
                <a:avLst/>
              </a:prstGeom>
            </p:spPr>
          </p:pic>
        </p:grpSp>
        <p:grpSp>
          <p:nvGrpSpPr>
            <p:cNvPr id="74" name="Gruppieren 73"/>
            <p:cNvGrpSpPr/>
            <p:nvPr/>
          </p:nvGrpSpPr>
          <p:grpSpPr>
            <a:xfrm>
              <a:off x="2407426" y="2450930"/>
              <a:ext cx="1050914" cy="1263274"/>
              <a:chOff x="2535169" y="2156743"/>
              <a:chExt cx="945717" cy="1023339"/>
            </a:xfrm>
          </p:grpSpPr>
          <p:pic>
            <p:nvPicPr>
              <p:cNvPr id="80" name="Grafik 7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2647054" y="2156743"/>
                <a:ext cx="833832" cy="1023339"/>
              </a:xfrm>
              <a:prstGeom prst="rect">
                <a:avLst/>
              </a:prstGeom>
            </p:spPr>
          </p:pic>
          <p:pic>
            <p:nvPicPr>
              <p:cNvPr id="81" name="Grafik 80"/>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535169" y="2611431"/>
                <a:ext cx="581621" cy="382707"/>
              </a:xfrm>
              <a:prstGeom prst="rect">
                <a:avLst/>
              </a:prstGeom>
            </p:spPr>
          </p:pic>
        </p:grpSp>
        <p:pic>
          <p:nvPicPr>
            <p:cNvPr id="75" name="Grafik 74"/>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528735" y="2655511"/>
              <a:ext cx="961187" cy="961187"/>
            </a:xfrm>
            <a:prstGeom prst="rect">
              <a:avLst/>
            </a:prstGeom>
          </p:spPr>
        </p:pic>
        <p:grpSp>
          <p:nvGrpSpPr>
            <p:cNvPr id="76" name="Gruppieren 75"/>
            <p:cNvGrpSpPr/>
            <p:nvPr/>
          </p:nvGrpSpPr>
          <p:grpSpPr>
            <a:xfrm>
              <a:off x="3536258" y="2437110"/>
              <a:ext cx="998510" cy="1225444"/>
              <a:chOff x="737394" y="3536045"/>
              <a:chExt cx="668031" cy="819856"/>
            </a:xfrm>
          </p:grpSpPr>
          <p:pic>
            <p:nvPicPr>
              <p:cNvPr id="78" name="Grafik 7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737394" y="3536045"/>
                <a:ext cx="668031" cy="819856"/>
              </a:xfrm>
              <a:prstGeom prst="rect">
                <a:avLst/>
              </a:prstGeom>
            </p:spPr>
          </p:pic>
          <p:pic>
            <p:nvPicPr>
              <p:cNvPr id="79" name="Grafik 78"/>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40765" y="3788277"/>
                <a:ext cx="356055" cy="567624"/>
              </a:xfrm>
              <a:prstGeom prst="rect">
                <a:avLst/>
              </a:prstGeom>
            </p:spPr>
          </p:pic>
        </p:grpSp>
        <p:pic>
          <p:nvPicPr>
            <p:cNvPr id="77" name="Grafik 7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3942191" y="5580037"/>
              <a:ext cx="840384" cy="1145753"/>
            </a:xfrm>
            <a:prstGeom prst="rect">
              <a:avLst/>
            </a:prstGeom>
          </p:spPr>
        </p:pic>
      </p:grpSp>
      <p:grpSp>
        <p:nvGrpSpPr>
          <p:cNvPr id="94" name="Gruppieren 93"/>
          <p:cNvGrpSpPr/>
          <p:nvPr/>
        </p:nvGrpSpPr>
        <p:grpSpPr>
          <a:xfrm flipH="1">
            <a:off x="7983492" y="4754233"/>
            <a:ext cx="1721896" cy="1567902"/>
            <a:chOff x="1134625" y="2437110"/>
            <a:chExt cx="4355297" cy="4288680"/>
          </a:xfrm>
        </p:grpSpPr>
        <p:cxnSp>
          <p:nvCxnSpPr>
            <p:cNvPr id="95" name="Gerader Verbinder 94"/>
            <p:cNvCxnSpPr/>
            <p:nvPr/>
          </p:nvCxnSpPr>
          <p:spPr bwMode="auto">
            <a:xfrm flipV="1">
              <a:off x="3010125" y="3492543"/>
              <a:ext cx="1" cy="1060386"/>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96" name="Gruppieren 95"/>
            <p:cNvGrpSpPr/>
            <p:nvPr/>
          </p:nvGrpSpPr>
          <p:grpSpPr>
            <a:xfrm>
              <a:off x="1134625" y="4514634"/>
              <a:ext cx="3167657" cy="2016998"/>
              <a:chOff x="1831065" y="2995296"/>
              <a:chExt cx="5615141" cy="3575426"/>
            </a:xfrm>
          </p:grpSpPr>
          <p:cxnSp>
            <p:nvCxnSpPr>
              <p:cNvPr id="105" name="Gerader Verbinder 104"/>
              <p:cNvCxnSpPr/>
              <p:nvPr/>
            </p:nvCxnSpPr>
            <p:spPr bwMode="auto">
              <a:xfrm flipV="1">
                <a:off x="3088451" y="3632047"/>
                <a:ext cx="1565126" cy="1803974"/>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 name="Gerader Verbinder 105"/>
              <p:cNvCxnSpPr/>
              <p:nvPr/>
            </p:nvCxnSpPr>
            <p:spPr bwMode="auto">
              <a:xfrm flipH="1" flipV="1">
                <a:off x="5777954" y="3632047"/>
                <a:ext cx="1668252" cy="1892992"/>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7" name="Gerader Verbinder 106"/>
              <p:cNvCxnSpPr/>
              <p:nvPr/>
            </p:nvCxnSpPr>
            <p:spPr bwMode="auto">
              <a:xfrm flipV="1">
                <a:off x="5215765" y="3491805"/>
                <a:ext cx="1" cy="1879691"/>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08" name="Grafik 10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21163" y="2995296"/>
                <a:ext cx="1955473" cy="849001"/>
              </a:xfrm>
              <a:prstGeom prst="rect">
                <a:avLst/>
              </a:prstGeom>
            </p:spPr>
          </p:pic>
          <p:pic>
            <p:nvPicPr>
              <p:cNvPr id="109" name="Grafik 10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31065" y="5003973"/>
                <a:ext cx="1497599" cy="1462183"/>
              </a:xfrm>
              <a:prstGeom prst="rect">
                <a:avLst/>
              </a:prstGeom>
            </p:spPr>
          </p:pic>
          <p:pic>
            <p:nvPicPr>
              <p:cNvPr id="110" name="Grafik 10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79177" y="5108539"/>
                <a:ext cx="1497599" cy="1462183"/>
              </a:xfrm>
              <a:prstGeom prst="rect">
                <a:avLst/>
              </a:prstGeom>
            </p:spPr>
          </p:pic>
        </p:grpSp>
        <p:grpSp>
          <p:nvGrpSpPr>
            <p:cNvPr id="97" name="Gruppieren 96"/>
            <p:cNvGrpSpPr/>
            <p:nvPr/>
          </p:nvGrpSpPr>
          <p:grpSpPr>
            <a:xfrm>
              <a:off x="2407426" y="2450930"/>
              <a:ext cx="1050914" cy="1263274"/>
              <a:chOff x="2535169" y="2156743"/>
              <a:chExt cx="945717" cy="1023339"/>
            </a:xfrm>
          </p:grpSpPr>
          <p:pic>
            <p:nvPicPr>
              <p:cNvPr id="103" name="Grafik 10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2647054" y="2156743"/>
                <a:ext cx="833832" cy="1023339"/>
              </a:xfrm>
              <a:prstGeom prst="rect">
                <a:avLst/>
              </a:prstGeom>
            </p:spPr>
          </p:pic>
          <p:pic>
            <p:nvPicPr>
              <p:cNvPr id="104" name="Grafik 103"/>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535169" y="2611431"/>
                <a:ext cx="581621" cy="382707"/>
              </a:xfrm>
              <a:prstGeom prst="rect">
                <a:avLst/>
              </a:prstGeom>
            </p:spPr>
          </p:pic>
        </p:grpSp>
        <p:pic>
          <p:nvPicPr>
            <p:cNvPr id="98" name="Grafik 97"/>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4528735" y="2655511"/>
              <a:ext cx="961187" cy="961187"/>
            </a:xfrm>
            <a:prstGeom prst="rect">
              <a:avLst/>
            </a:prstGeom>
          </p:spPr>
        </p:pic>
        <p:grpSp>
          <p:nvGrpSpPr>
            <p:cNvPr id="99" name="Gruppieren 98"/>
            <p:cNvGrpSpPr/>
            <p:nvPr/>
          </p:nvGrpSpPr>
          <p:grpSpPr>
            <a:xfrm>
              <a:off x="3536258" y="2437110"/>
              <a:ext cx="998510" cy="1225444"/>
              <a:chOff x="737394" y="3536045"/>
              <a:chExt cx="668031" cy="819856"/>
            </a:xfrm>
          </p:grpSpPr>
          <p:pic>
            <p:nvPicPr>
              <p:cNvPr id="101" name="Grafik 10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737394" y="3536045"/>
                <a:ext cx="668031" cy="819856"/>
              </a:xfrm>
              <a:prstGeom prst="rect">
                <a:avLst/>
              </a:prstGeom>
            </p:spPr>
          </p:pic>
          <p:pic>
            <p:nvPicPr>
              <p:cNvPr id="102" name="Grafik 10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40765" y="3788277"/>
                <a:ext cx="356055" cy="567624"/>
              </a:xfrm>
              <a:prstGeom prst="rect">
                <a:avLst/>
              </a:prstGeom>
            </p:spPr>
          </p:pic>
        </p:grpSp>
        <p:pic>
          <p:nvPicPr>
            <p:cNvPr id="100" name="Grafik 9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3942191" y="5580037"/>
              <a:ext cx="840384" cy="1145753"/>
            </a:xfrm>
            <a:prstGeom prst="rect">
              <a:avLst/>
            </a:prstGeom>
          </p:spPr>
        </p:pic>
      </p:grpSp>
      <p:cxnSp>
        <p:nvCxnSpPr>
          <p:cNvPr id="111" name="Gerader Verbinder 110"/>
          <p:cNvCxnSpPr/>
          <p:nvPr/>
        </p:nvCxnSpPr>
        <p:spPr bwMode="auto">
          <a:xfrm flipH="1">
            <a:off x="5404119" y="3598963"/>
            <a:ext cx="643944" cy="921150"/>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Gerader Verbinder 111"/>
          <p:cNvCxnSpPr>
            <a:stCxn id="93" idx="2"/>
          </p:cNvCxnSpPr>
          <p:nvPr/>
        </p:nvCxnSpPr>
        <p:spPr bwMode="auto">
          <a:xfrm>
            <a:off x="6217904" y="3642644"/>
            <a:ext cx="262703" cy="1341677"/>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Gerader Verbinder 112"/>
          <p:cNvCxnSpPr/>
          <p:nvPr/>
        </p:nvCxnSpPr>
        <p:spPr bwMode="auto">
          <a:xfrm flipH="1" flipV="1">
            <a:off x="5502077" y="4566186"/>
            <a:ext cx="820404" cy="448229"/>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4" name="Gruppieren 13"/>
          <p:cNvGrpSpPr/>
          <p:nvPr/>
        </p:nvGrpSpPr>
        <p:grpSpPr>
          <a:xfrm>
            <a:off x="3282075" y="4207088"/>
            <a:ext cx="1157450" cy="777233"/>
            <a:chOff x="674019" y="2893628"/>
            <a:chExt cx="894731" cy="547337"/>
          </a:xfrm>
        </p:grpSpPr>
        <p:pic>
          <p:nvPicPr>
            <p:cNvPr id="25" name="Grafik 24"/>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674019" y="2893628"/>
              <a:ext cx="761934" cy="532759"/>
            </a:xfrm>
            <a:prstGeom prst="rect">
              <a:avLst/>
            </a:prstGeom>
          </p:spPr>
        </p:pic>
        <p:sp>
          <p:nvSpPr>
            <p:cNvPr id="26" name="Textfeld 25"/>
            <p:cNvSpPr txBox="1"/>
            <p:nvPr/>
          </p:nvSpPr>
          <p:spPr>
            <a:xfrm>
              <a:off x="784135" y="3071633"/>
              <a:ext cx="784615" cy="369332"/>
            </a:xfrm>
            <a:prstGeom prst="rect">
              <a:avLst/>
            </a:prstGeom>
            <a:noFill/>
          </p:spPr>
          <p:txBody>
            <a:bodyPr wrap="square" rtlCol="0">
              <a:spAutoFit/>
            </a:bodyPr>
            <a:lstStyle/>
            <a:p>
              <a:r>
                <a:rPr lang="en-US" sz="1800" b="1" dirty="0" smtClean="0"/>
                <a:t>ISP</a:t>
              </a:r>
            </a:p>
          </p:txBody>
        </p:sp>
      </p:grpSp>
      <p:grpSp>
        <p:nvGrpSpPr>
          <p:cNvPr id="31" name="Gruppieren 30"/>
          <p:cNvGrpSpPr/>
          <p:nvPr/>
        </p:nvGrpSpPr>
        <p:grpSpPr>
          <a:xfrm>
            <a:off x="4350543" y="4709919"/>
            <a:ext cx="1157450" cy="777233"/>
            <a:chOff x="674019" y="2893628"/>
            <a:chExt cx="894731" cy="547337"/>
          </a:xfrm>
        </p:grpSpPr>
        <p:pic>
          <p:nvPicPr>
            <p:cNvPr id="32" name="Grafik 3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674019" y="2893628"/>
              <a:ext cx="761934" cy="532759"/>
            </a:xfrm>
            <a:prstGeom prst="rect">
              <a:avLst/>
            </a:prstGeom>
          </p:spPr>
        </p:pic>
        <p:sp>
          <p:nvSpPr>
            <p:cNvPr id="33" name="Textfeld 32"/>
            <p:cNvSpPr txBox="1"/>
            <p:nvPr/>
          </p:nvSpPr>
          <p:spPr>
            <a:xfrm>
              <a:off x="784135" y="3071633"/>
              <a:ext cx="784615" cy="369332"/>
            </a:xfrm>
            <a:prstGeom prst="rect">
              <a:avLst/>
            </a:prstGeom>
            <a:noFill/>
          </p:spPr>
          <p:txBody>
            <a:bodyPr wrap="square" rtlCol="0">
              <a:spAutoFit/>
            </a:bodyPr>
            <a:lstStyle/>
            <a:p>
              <a:r>
                <a:rPr lang="en-US" sz="1800" b="1" dirty="0" smtClean="0"/>
                <a:t>ISP</a:t>
              </a:r>
            </a:p>
          </p:txBody>
        </p:sp>
      </p:grpSp>
      <p:grpSp>
        <p:nvGrpSpPr>
          <p:cNvPr id="34" name="Gruppieren 33"/>
          <p:cNvGrpSpPr/>
          <p:nvPr/>
        </p:nvGrpSpPr>
        <p:grpSpPr>
          <a:xfrm>
            <a:off x="4095860" y="3222517"/>
            <a:ext cx="1157450" cy="756532"/>
            <a:chOff x="674019" y="2893628"/>
            <a:chExt cx="894731" cy="532759"/>
          </a:xfrm>
        </p:grpSpPr>
        <p:pic>
          <p:nvPicPr>
            <p:cNvPr id="35" name="Grafik 34"/>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674019" y="2893628"/>
              <a:ext cx="761934" cy="532759"/>
            </a:xfrm>
            <a:prstGeom prst="rect">
              <a:avLst/>
            </a:prstGeom>
          </p:spPr>
        </p:pic>
        <p:sp>
          <p:nvSpPr>
            <p:cNvPr id="39" name="Textfeld 38"/>
            <p:cNvSpPr txBox="1"/>
            <p:nvPr/>
          </p:nvSpPr>
          <p:spPr>
            <a:xfrm>
              <a:off x="784135" y="3071633"/>
              <a:ext cx="784615" cy="260088"/>
            </a:xfrm>
            <a:prstGeom prst="rect">
              <a:avLst/>
            </a:prstGeom>
            <a:noFill/>
          </p:spPr>
          <p:txBody>
            <a:bodyPr wrap="square" rtlCol="0">
              <a:spAutoFit/>
            </a:bodyPr>
            <a:lstStyle/>
            <a:p>
              <a:r>
                <a:rPr lang="en-US" sz="1800" b="1" dirty="0" smtClean="0"/>
                <a:t>AS</a:t>
              </a:r>
            </a:p>
          </p:txBody>
        </p:sp>
      </p:grpSp>
      <p:grpSp>
        <p:nvGrpSpPr>
          <p:cNvPr id="88" name="Gruppieren 87"/>
          <p:cNvGrpSpPr/>
          <p:nvPr/>
        </p:nvGrpSpPr>
        <p:grpSpPr>
          <a:xfrm>
            <a:off x="5822637" y="4459860"/>
            <a:ext cx="1157450" cy="777233"/>
            <a:chOff x="674019" y="2893628"/>
            <a:chExt cx="894731" cy="547337"/>
          </a:xfrm>
        </p:grpSpPr>
        <p:pic>
          <p:nvPicPr>
            <p:cNvPr id="89" name="Grafik 88"/>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674019" y="2893628"/>
              <a:ext cx="761934" cy="532759"/>
            </a:xfrm>
            <a:prstGeom prst="rect">
              <a:avLst/>
            </a:prstGeom>
          </p:spPr>
        </p:pic>
        <p:sp>
          <p:nvSpPr>
            <p:cNvPr id="90" name="Textfeld 89"/>
            <p:cNvSpPr txBox="1"/>
            <p:nvPr/>
          </p:nvSpPr>
          <p:spPr>
            <a:xfrm>
              <a:off x="784135" y="3071633"/>
              <a:ext cx="784615" cy="369332"/>
            </a:xfrm>
            <a:prstGeom prst="rect">
              <a:avLst/>
            </a:prstGeom>
            <a:noFill/>
          </p:spPr>
          <p:txBody>
            <a:bodyPr wrap="square" rtlCol="0">
              <a:spAutoFit/>
            </a:bodyPr>
            <a:lstStyle/>
            <a:p>
              <a:r>
                <a:rPr lang="en-US" sz="1800" b="1" dirty="0" smtClean="0"/>
                <a:t>ISP</a:t>
              </a:r>
            </a:p>
          </p:txBody>
        </p:sp>
      </p:grpSp>
      <p:grpSp>
        <p:nvGrpSpPr>
          <p:cNvPr id="91" name="Gruppieren 90"/>
          <p:cNvGrpSpPr/>
          <p:nvPr/>
        </p:nvGrpSpPr>
        <p:grpSpPr>
          <a:xfrm>
            <a:off x="5567954" y="3020540"/>
            <a:ext cx="1157450" cy="756532"/>
            <a:chOff x="674019" y="2893628"/>
            <a:chExt cx="894731" cy="532759"/>
          </a:xfrm>
        </p:grpSpPr>
        <p:pic>
          <p:nvPicPr>
            <p:cNvPr id="92" name="Grafik 9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674019" y="2893628"/>
              <a:ext cx="761934" cy="532759"/>
            </a:xfrm>
            <a:prstGeom prst="rect">
              <a:avLst/>
            </a:prstGeom>
          </p:spPr>
        </p:pic>
        <p:sp>
          <p:nvSpPr>
            <p:cNvPr id="93" name="Textfeld 92"/>
            <p:cNvSpPr txBox="1"/>
            <p:nvPr/>
          </p:nvSpPr>
          <p:spPr>
            <a:xfrm>
              <a:off x="784135" y="3071633"/>
              <a:ext cx="784615" cy="260088"/>
            </a:xfrm>
            <a:prstGeom prst="rect">
              <a:avLst/>
            </a:prstGeom>
            <a:noFill/>
          </p:spPr>
          <p:txBody>
            <a:bodyPr wrap="square" rtlCol="0">
              <a:spAutoFit/>
            </a:bodyPr>
            <a:lstStyle/>
            <a:p>
              <a:r>
                <a:rPr lang="en-US" sz="1800" b="1" dirty="0" smtClean="0"/>
                <a:t>AS</a:t>
              </a:r>
            </a:p>
          </p:txBody>
        </p:sp>
      </p:grpSp>
      <p:grpSp>
        <p:nvGrpSpPr>
          <p:cNvPr id="68" name="Gruppieren 67"/>
          <p:cNvGrpSpPr/>
          <p:nvPr/>
        </p:nvGrpSpPr>
        <p:grpSpPr>
          <a:xfrm>
            <a:off x="4754169" y="4005111"/>
            <a:ext cx="1157450" cy="777233"/>
            <a:chOff x="674019" y="2893628"/>
            <a:chExt cx="894731" cy="547337"/>
          </a:xfrm>
        </p:grpSpPr>
        <p:pic>
          <p:nvPicPr>
            <p:cNvPr id="69" name="Grafik 68"/>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674019" y="2893628"/>
              <a:ext cx="761934" cy="532759"/>
            </a:xfrm>
            <a:prstGeom prst="rect">
              <a:avLst/>
            </a:prstGeom>
          </p:spPr>
        </p:pic>
        <p:sp>
          <p:nvSpPr>
            <p:cNvPr id="70" name="Textfeld 69"/>
            <p:cNvSpPr txBox="1"/>
            <p:nvPr/>
          </p:nvSpPr>
          <p:spPr>
            <a:xfrm>
              <a:off x="784135" y="3071633"/>
              <a:ext cx="784615" cy="369332"/>
            </a:xfrm>
            <a:prstGeom prst="rect">
              <a:avLst/>
            </a:prstGeom>
            <a:noFill/>
          </p:spPr>
          <p:txBody>
            <a:bodyPr wrap="square" rtlCol="0">
              <a:spAutoFit/>
            </a:bodyPr>
            <a:lstStyle/>
            <a:p>
              <a:r>
                <a:rPr lang="en-US" sz="1800" b="1" dirty="0" smtClean="0"/>
                <a:t>ISP</a:t>
              </a:r>
            </a:p>
          </p:txBody>
        </p:sp>
      </p:grpSp>
    </p:spTree>
    <p:extLst>
      <p:ext uri="{BB962C8B-B14F-4D97-AF65-F5344CB8AC3E}">
        <p14:creationId xmlns:p14="http://schemas.microsoft.com/office/powerpoint/2010/main" val="298277841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smtClean="0"/>
              <a:t>Internet</a:t>
            </a:r>
            <a:endParaRPr lang="en-US" dirty="0"/>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23</a:t>
            </a:fld>
            <a:endParaRPr lang="en-US" altLang="de-DE"/>
          </a:p>
        </p:txBody>
      </p:sp>
      <p:pic>
        <p:nvPicPr>
          <p:cNvPr id="7" name="Grafik 6" descr="Bildergebnis fÃ¼r network home to isp"/>
          <p:cNvPicPr/>
          <p:nvPr/>
        </p:nvPicPr>
        <p:blipFill rotWithShape="1">
          <a:blip r:embed="rId2">
            <a:extLst>
              <a:ext uri="{28A0092B-C50C-407E-A947-70E740481C1C}">
                <a14:useLocalDpi xmlns:a14="http://schemas.microsoft.com/office/drawing/2010/main" val="0"/>
              </a:ext>
            </a:extLst>
          </a:blip>
          <a:srcRect t="9392"/>
          <a:stretch/>
        </p:blipFill>
        <p:spPr bwMode="auto">
          <a:xfrm>
            <a:off x="521370" y="1835621"/>
            <a:ext cx="8944344" cy="4700367"/>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89697089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CH" dirty="0" smtClean="0"/>
              <a:t>Öffentliche IP-Adresse </a:t>
            </a:r>
            <a:r>
              <a:rPr lang="de-CH" dirty="0"/>
              <a:t>(IPv4</a:t>
            </a:r>
            <a:r>
              <a:rPr lang="de-CH" dirty="0" smtClean="0"/>
              <a:t>)</a:t>
            </a:r>
            <a:endParaRPr lang="en-US" dirty="0"/>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24</a:t>
            </a:fld>
            <a:endParaRPr lang="en-US" altLang="de-DE"/>
          </a:p>
        </p:txBody>
      </p:sp>
      <p:sp>
        <p:nvSpPr>
          <p:cNvPr id="7" name="Inhaltsplatzhalter 2"/>
          <p:cNvSpPr txBox="1">
            <a:spLocks/>
          </p:cNvSpPr>
          <p:nvPr/>
        </p:nvSpPr>
        <p:spPr bwMode="auto">
          <a:xfrm>
            <a:off x="474365" y="1331565"/>
            <a:ext cx="9529763" cy="1219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9" tIns="45715" rIns="91429" bIns="45715" numCol="1" anchor="t" anchorCtr="0" compatLnSpc="1">
            <a:prstTxWarp prst="textNoShape">
              <a:avLst/>
            </a:prstTxWarp>
          </a:bodyPr>
          <a:lstStyle>
            <a:lvl1pPr marL="373063" indent="-373063" algn="l" defTabSz="995363" rtl="0" eaLnBrk="1" fontAlgn="base" hangingPunct="1">
              <a:spcBef>
                <a:spcPct val="20000"/>
              </a:spcBef>
              <a:spcAft>
                <a:spcPct val="0"/>
              </a:spcAft>
              <a:buClr>
                <a:srgbClr val="FF6600"/>
              </a:buClr>
              <a:buChar char="•"/>
              <a:defRPr sz="2000" b="1">
                <a:solidFill>
                  <a:schemeClr val="tx1"/>
                </a:solidFill>
                <a:latin typeface="+mn-lt"/>
                <a:ea typeface="+mn-ea"/>
                <a:cs typeface="+mn-cs"/>
              </a:defRPr>
            </a:lvl1pPr>
            <a:lvl2pPr marL="809625" indent="-311150" algn="l" defTabSz="995363" rtl="0" eaLnBrk="1" fontAlgn="base" hangingPunct="1">
              <a:spcBef>
                <a:spcPct val="20000"/>
              </a:spcBef>
              <a:spcAft>
                <a:spcPct val="0"/>
              </a:spcAft>
              <a:buClr>
                <a:srgbClr val="FF6600"/>
              </a:buClr>
              <a:buChar char="•"/>
              <a:defRPr sz="2000">
                <a:solidFill>
                  <a:srgbClr val="787878"/>
                </a:solidFill>
                <a:latin typeface="+mn-lt"/>
              </a:defRPr>
            </a:lvl2pPr>
            <a:lvl3pPr marL="1244600" indent="-249238" algn="l" defTabSz="995363" rtl="0" eaLnBrk="1" fontAlgn="base" hangingPunct="1">
              <a:spcBef>
                <a:spcPct val="20000"/>
              </a:spcBef>
              <a:spcAft>
                <a:spcPct val="0"/>
              </a:spcAft>
              <a:buClr>
                <a:srgbClr val="FF6600"/>
              </a:buClr>
              <a:buChar char="•"/>
              <a:defRPr sz="2000">
                <a:solidFill>
                  <a:srgbClr val="787878"/>
                </a:solidFill>
                <a:latin typeface="+mn-lt"/>
              </a:defRPr>
            </a:lvl3pPr>
            <a:lvl4pPr marL="1741488" indent="-247650" algn="l" defTabSz="995363" rtl="0" eaLnBrk="1" fontAlgn="base" hangingPunct="1">
              <a:spcBef>
                <a:spcPct val="20000"/>
              </a:spcBef>
              <a:spcAft>
                <a:spcPct val="0"/>
              </a:spcAft>
              <a:buClr>
                <a:srgbClr val="FF6600"/>
              </a:buClr>
              <a:buChar char="•"/>
              <a:defRPr sz="2000">
                <a:solidFill>
                  <a:srgbClr val="787878"/>
                </a:solidFill>
                <a:latin typeface="+mn-lt"/>
              </a:defRPr>
            </a:lvl4pPr>
            <a:lvl5pPr marL="2239963" indent="-249238" algn="l" defTabSz="995363" rtl="0" eaLnBrk="1" fontAlgn="base" hangingPunct="1">
              <a:spcBef>
                <a:spcPct val="20000"/>
              </a:spcBef>
              <a:spcAft>
                <a:spcPct val="0"/>
              </a:spcAft>
              <a:buClr>
                <a:srgbClr val="FF6600"/>
              </a:buClr>
              <a:buChar char="•"/>
              <a:defRPr sz="2000" b="1">
                <a:solidFill>
                  <a:schemeClr val="tx1"/>
                </a:solidFill>
                <a:latin typeface="+mn-lt"/>
              </a:defRPr>
            </a:lvl5pPr>
            <a:lvl6pPr marL="2697163" indent="-249238" algn="l" defTabSz="995363" rtl="0" eaLnBrk="1" fontAlgn="base" hangingPunct="1">
              <a:spcBef>
                <a:spcPct val="20000"/>
              </a:spcBef>
              <a:spcAft>
                <a:spcPct val="0"/>
              </a:spcAft>
              <a:buClr>
                <a:srgbClr val="FF6600"/>
              </a:buClr>
              <a:buChar char="•"/>
              <a:defRPr sz="2000" b="1">
                <a:solidFill>
                  <a:schemeClr val="tx1"/>
                </a:solidFill>
                <a:latin typeface="+mn-lt"/>
              </a:defRPr>
            </a:lvl6pPr>
            <a:lvl7pPr marL="3154363" indent="-249238" algn="l" defTabSz="995363" rtl="0" eaLnBrk="1" fontAlgn="base" hangingPunct="1">
              <a:spcBef>
                <a:spcPct val="20000"/>
              </a:spcBef>
              <a:spcAft>
                <a:spcPct val="0"/>
              </a:spcAft>
              <a:buClr>
                <a:srgbClr val="FF6600"/>
              </a:buClr>
              <a:buChar char="•"/>
              <a:defRPr sz="2000" b="1">
                <a:solidFill>
                  <a:schemeClr val="tx1"/>
                </a:solidFill>
                <a:latin typeface="+mn-lt"/>
              </a:defRPr>
            </a:lvl7pPr>
            <a:lvl8pPr marL="3611563" indent="-249238" algn="l" defTabSz="995363" rtl="0" eaLnBrk="1" fontAlgn="base" hangingPunct="1">
              <a:spcBef>
                <a:spcPct val="20000"/>
              </a:spcBef>
              <a:spcAft>
                <a:spcPct val="0"/>
              </a:spcAft>
              <a:buClr>
                <a:srgbClr val="FF6600"/>
              </a:buClr>
              <a:buChar char="•"/>
              <a:defRPr sz="2000" b="1">
                <a:solidFill>
                  <a:schemeClr val="tx1"/>
                </a:solidFill>
                <a:latin typeface="+mn-lt"/>
              </a:defRPr>
            </a:lvl8pPr>
            <a:lvl9pPr marL="4068763" indent="-249238" algn="l" defTabSz="995363" rtl="0" eaLnBrk="1" fontAlgn="base" hangingPunct="1">
              <a:spcBef>
                <a:spcPct val="20000"/>
              </a:spcBef>
              <a:spcAft>
                <a:spcPct val="0"/>
              </a:spcAft>
              <a:buClr>
                <a:srgbClr val="FF6600"/>
              </a:buClr>
              <a:buChar char="•"/>
              <a:defRPr sz="2000" b="1">
                <a:solidFill>
                  <a:schemeClr val="tx1"/>
                </a:solidFill>
                <a:latin typeface="+mn-lt"/>
              </a:defRPr>
            </a:lvl9pPr>
          </a:lstStyle>
          <a:p>
            <a:pPr marL="0" indent="0">
              <a:buNone/>
            </a:pPr>
            <a:r>
              <a:rPr lang="en-US" i="1" kern="0" dirty="0" smtClean="0"/>
              <a:t>Check:</a:t>
            </a:r>
          </a:p>
          <a:p>
            <a:pPr marL="0" indent="0">
              <a:buNone/>
            </a:pPr>
            <a:r>
              <a:rPr lang="de-CH" sz="2400" i="1" dirty="0">
                <a:hlinkClick r:id="rId3"/>
              </a:rPr>
              <a:t>https://</a:t>
            </a:r>
            <a:r>
              <a:rPr lang="de-CH" sz="2400" i="1" dirty="0" smtClean="0">
                <a:hlinkClick r:id="rId3"/>
              </a:rPr>
              <a:t>whatismyipaddress.com</a:t>
            </a:r>
            <a:endParaRPr lang="de-CH" sz="2400" i="1" dirty="0"/>
          </a:p>
          <a:p>
            <a:pPr marL="0" indent="0">
              <a:buNone/>
            </a:pPr>
            <a:endParaRPr lang="en-US" kern="0" dirty="0"/>
          </a:p>
        </p:txBody>
      </p:sp>
    </p:spTree>
    <p:extLst>
      <p:ext uri="{BB962C8B-B14F-4D97-AF65-F5344CB8AC3E}">
        <p14:creationId xmlns:p14="http://schemas.microsoft.com/office/powerpoint/2010/main" val="244342519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endParaRPr lang="en-US" dirty="0"/>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25</a:t>
            </a:fld>
            <a:endParaRPr lang="en-US" altLang="de-DE"/>
          </a:p>
        </p:txBody>
      </p:sp>
      <p:pic>
        <p:nvPicPr>
          <p:cNvPr id="8" name="Grafik 7"/>
          <p:cNvPicPr>
            <a:picLocks noChangeAspect="1"/>
          </p:cNvPicPr>
          <p:nvPr/>
        </p:nvPicPr>
        <p:blipFill>
          <a:blip r:embed="rId3"/>
          <a:stretch>
            <a:fillRect/>
          </a:stretch>
        </p:blipFill>
        <p:spPr>
          <a:xfrm>
            <a:off x="638822" y="2551236"/>
            <a:ext cx="3122908" cy="4182323"/>
          </a:xfrm>
          <a:prstGeom prst="rect">
            <a:avLst/>
          </a:prstGeom>
        </p:spPr>
      </p:pic>
      <p:sp>
        <p:nvSpPr>
          <p:cNvPr id="11" name="Inhaltsplatzhalter 2"/>
          <p:cNvSpPr txBox="1">
            <a:spLocks/>
          </p:cNvSpPr>
          <p:nvPr/>
        </p:nvSpPr>
        <p:spPr bwMode="auto">
          <a:xfrm>
            <a:off x="474365" y="1331565"/>
            <a:ext cx="9529763" cy="1219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9" tIns="45715" rIns="91429" bIns="45715" numCol="1" anchor="t" anchorCtr="0" compatLnSpc="1">
            <a:prstTxWarp prst="textNoShape">
              <a:avLst/>
            </a:prstTxWarp>
          </a:bodyPr>
          <a:lstStyle>
            <a:lvl1pPr marL="373063" indent="-373063" algn="l" defTabSz="995363" rtl="0" eaLnBrk="1" fontAlgn="base" hangingPunct="1">
              <a:spcBef>
                <a:spcPct val="20000"/>
              </a:spcBef>
              <a:spcAft>
                <a:spcPct val="0"/>
              </a:spcAft>
              <a:buClr>
                <a:srgbClr val="FF6600"/>
              </a:buClr>
              <a:buChar char="•"/>
              <a:defRPr sz="2000" b="1">
                <a:solidFill>
                  <a:schemeClr val="tx1"/>
                </a:solidFill>
                <a:latin typeface="+mn-lt"/>
                <a:ea typeface="+mn-ea"/>
                <a:cs typeface="+mn-cs"/>
              </a:defRPr>
            </a:lvl1pPr>
            <a:lvl2pPr marL="809625" indent="-311150" algn="l" defTabSz="995363" rtl="0" eaLnBrk="1" fontAlgn="base" hangingPunct="1">
              <a:spcBef>
                <a:spcPct val="20000"/>
              </a:spcBef>
              <a:spcAft>
                <a:spcPct val="0"/>
              </a:spcAft>
              <a:buClr>
                <a:srgbClr val="FF6600"/>
              </a:buClr>
              <a:buChar char="•"/>
              <a:defRPr sz="2000">
                <a:solidFill>
                  <a:srgbClr val="787878"/>
                </a:solidFill>
                <a:latin typeface="+mn-lt"/>
              </a:defRPr>
            </a:lvl2pPr>
            <a:lvl3pPr marL="1244600" indent="-249238" algn="l" defTabSz="995363" rtl="0" eaLnBrk="1" fontAlgn="base" hangingPunct="1">
              <a:spcBef>
                <a:spcPct val="20000"/>
              </a:spcBef>
              <a:spcAft>
                <a:spcPct val="0"/>
              </a:spcAft>
              <a:buClr>
                <a:srgbClr val="FF6600"/>
              </a:buClr>
              <a:buChar char="•"/>
              <a:defRPr sz="2000">
                <a:solidFill>
                  <a:srgbClr val="787878"/>
                </a:solidFill>
                <a:latin typeface="+mn-lt"/>
              </a:defRPr>
            </a:lvl3pPr>
            <a:lvl4pPr marL="1741488" indent="-247650" algn="l" defTabSz="995363" rtl="0" eaLnBrk="1" fontAlgn="base" hangingPunct="1">
              <a:spcBef>
                <a:spcPct val="20000"/>
              </a:spcBef>
              <a:spcAft>
                <a:spcPct val="0"/>
              </a:spcAft>
              <a:buClr>
                <a:srgbClr val="FF6600"/>
              </a:buClr>
              <a:buChar char="•"/>
              <a:defRPr sz="2000">
                <a:solidFill>
                  <a:srgbClr val="787878"/>
                </a:solidFill>
                <a:latin typeface="+mn-lt"/>
              </a:defRPr>
            </a:lvl4pPr>
            <a:lvl5pPr marL="2239963" indent="-249238" algn="l" defTabSz="995363" rtl="0" eaLnBrk="1" fontAlgn="base" hangingPunct="1">
              <a:spcBef>
                <a:spcPct val="20000"/>
              </a:spcBef>
              <a:spcAft>
                <a:spcPct val="0"/>
              </a:spcAft>
              <a:buClr>
                <a:srgbClr val="FF6600"/>
              </a:buClr>
              <a:buChar char="•"/>
              <a:defRPr sz="2000" b="1">
                <a:solidFill>
                  <a:schemeClr val="tx1"/>
                </a:solidFill>
                <a:latin typeface="+mn-lt"/>
              </a:defRPr>
            </a:lvl5pPr>
            <a:lvl6pPr marL="2697163" indent="-249238" algn="l" defTabSz="995363" rtl="0" eaLnBrk="1" fontAlgn="base" hangingPunct="1">
              <a:spcBef>
                <a:spcPct val="20000"/>
              </a:spcBef>
              <a:spcAft>
                <a:spcPct val="0"/>
              </a:spcAft>
              <a:buClr>
                <a:srgbClr val="FF6600"/>
              </a:buClr>
              <a:buChar char="•"/>
              <a:defRPr sz="2000" b="1">
                <a:solidFill>
                  <a:schemeClr val="tx1"/>
                </a:solidFill>
                <a:latin typeface="+mn-lt"/>
              </a:defRPr>
            </a:lvl6pPr>
            <a:lvl7pPr marL="3154363" indent="-249238" algn="l" defTabSz="995363" rtl="0" eaLnBrk="1" fontAlgn="base" hangingPunct="1">
              <a:spcBef>
                <a:spcPct val="20000"/>
              </a:spcBef>
              <a:spcAft>
                <a:spcPct val="0"/>
              </a:spcAft>
              <a:buClr>
                <a:srgbClr val="FF6600"/>
              </a:buClr>
              <a:buChar char="•"/>
              <a:defRPr sz="2000" b="1">
                <a:solidFill>
                  <a:schemeClr val="tx1"/>
                </a:solidFill>
                <a:latin typeface="+mn-lt"/>
              </a:defRPr>
            </a:lvl7pPr>
            <a:lvl8pPr marL="3611563" indent="-249238" algn="l" defTabSz="995363" rtl="0" eaLnBrk="1" fontAlgn="base" hangingPunct="1">
              <a:spcBef>
                <a:spcPct val="20000"/>
              </a:spcBef>
              <a:spcAft>
                <a:spcPct val="0"/>
              </a:spcAft>
              <a:buClr>
                <a:srgbClr val="FF6600"/>
              </a:buClr>
              <a:buChar char="•"/>
              <a:defRPr sz="2000" b="1">
                <a:solidFill>
                  <a:schemeClr val="tx1"/>
                </a:solidFill>
                <a:latin typeface="+mn-lt"/>
              </a:defRPr>
            </a:lvl8pPr>
            <a:lvl9pPr marL="4068763" indent="-249238" algn="l" defTabSz="995363" rtl="0" eaLnBrk="1" fontAlgn="base" hangingPunct="1">
              <a:spcBef>
                <a:spcPct val="20000"/>
              </a:spcBef>
              <a:spcAft>
                <a:spcPct val="0"/>
              </a:spcAft>
              <a:buClr>
                <a:srgbClr val="FF6600"/>
              </a:buClr>
              <a:buChar char="•"/>
              <a:defRPr sz="2000" b="1">
                <a:solidFill>
                  <a:schemeClr val="tx1"/>
                </a:solidFill>
                <a:latin typeface="+mn-lt"/>
              </a:defRPr>
            </a:lvl9pPr>
          </a:lstStyle>
          <a:p>
            <a:pPr marL="0" indent="0">
              <a:buNone/>
            </a:pPr>
            <a:r>
              <a:rPr lang="en-US" i="1" kern="0" dirty="0" smtClean="0"/>
              <a:t>Check route to www.belimo.ch</a:t>
            </a:r>
          </a:p>
          <a:p>
            <a:pPr marL="0" indent="0">
              <a:buNone/>
            </a:pPr>
            <a:r>
              <a:rPr lang="en-US" sz="2400" i="1" kern="0" dirty="0" smtClean="0"/>
              <a:t>-&gt; </a:t>
            </a:r>
            <a:r>
              <a:rPr lang="en-US" sz="2400" i="1" kern="0" dirty="0" err="1" smtClean="0"/>
              <a:t>tracert</a:t>
            </a:r>
            <a:r>
              <a:rPr lang="en-US" sz="2400" i="1" kern="0" dirty="0" smtClean="0"/>
              <a:t> www.belimo.ch</a:t>
            </a:r>
          </a:p>
        </p:txBody>
      </p:sp>
      <p:pic>
        <p:nvPicPr>
          <p:cNvPr id="3" name="Grafik 2"/>
          <p:cNvPicPr>
            <a:picLocks noChangeAspect="1"/>
          </p:cNvPicPr>
          <p:nvPr/>
        </p:nvPicPr>
        <p:blipFill>
          <a:blip r:embed="rId4"/>
          <a:stretch>
            <a:fillRect/>
          </a:stretch>
        </p:blipFill>
        <p:spPr>
          <a:xfrm>
            <a:off x="2696516" y="3945097"/>
            <a:ext cx="7523809" cy="2257143"/>
          </a:xfrm>
          <a:prstGeom prst="rect">
            <a:avLst/>
          </a:prstGeom>
        </p:spPr>
      </p:pic>
    </p:spTree>
    <p:extLst>
      <p:ext uri="{BB962C8B-B14F-4D97-AF65-F5344CB8AC3E}">
        <p14:creationId xmlns:p14="http://schemas.microsoft.com/office/powerpoint/2010/main" val="126276097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8" name="Gerader Verbinder 37"/>
          <p:cNvCxnSpPr/>
          <p:nvPr/>
        </p:nvCxnSpPr>
        <p:spPr bwMode="auto">
          <a:xfrm flipH="1">
            <a:off x="3211896" y="3081066"/>
            <a:ext cx="4294250" cy="0"/>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Gerader Verbinder 21"/>
          <p:cNvCxnSpPr/>
          <p:nvPr/>
        </p:nvCxnSpPr>
        <p:spPr bwMode="auto">
          <a:xfrm flipV="1">
            <a:off x="3010125" y="3503178"/>
            <a:ext cx="1" cy="1060386"/>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Titel 1"/>
          <p:cNvSpPr>
            <a:spLocks noGrp="1"/>
          </p:cNvSpPr>
          <p:nvPr>
            <p:ph type="title"/>
          </p:nvPr>
        </p:nvSpPr>
        <p:spPr/>
        <p:txBody>
          <a:bodyPr/>
          <a:lstStyle/>
          <a:p>
            <a:r>
              <a:rPr lang="de-CH" noProof="0" dirty="0" smtClean="0"/>
              <a:t>Modem</a:t>
            </a:r>
            <a:endParaRPr lang="de-CH" noProof="0" dirty="0"/>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26</a:t>
            </a:fld>
            <a:endParaRPr lang="en-US" altLang="de-DE"/>
          </a:p>
        </p:txBody>
      </p:sp>
      <p:grpSp>
        <p:nvGrpSpPr>
          <p:cNvPr id="17" name="Gruppieren 16"/>
          <p:cNvGrpSpPr/>
          <p:nvPr/>
        </p:nvGrpSpPr>
        <p:grpSpPr>
          <a:xfrm>
            <a:off x="1134625" y="4525269"/>
            <a:ext cx="3167657" cy="2016998"/>
            <a:chOff x="1831065" y="2995296"/>
            <a:chExt cx="5615141" cy="3575426"/>
          </a:xfrm>
        </p:grpSpPr>
        <p:cxnSp>
          <p:nvCxnSpPr>
            <p:cNvPr id="7" name="Gerader Verbinder 6"/>
            <p:cNvCxnSpPr/>
            <p:nvPr/>
          </p:nvCxnSpPr>
          <p:spPr bwMode="auto">
            <a:xfrm flipV="1">
              <a:off x="3088451" y="3632047"/>
              <a:ext cx="1565126" cy="1803974"/>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Gerader Verbinder 7"/>
            <p:cNvCxnSpPr/>
            <p:nvPr/>
          </p:nvCxnSpPr>
          <p:spPr bwMode="auto">
            <a:xfrm flipH="1" flipV="1">
              <a:off x="5777954" y="3632047"/>
              <a:ext cx="1668252" cy="1892992"/>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Gerader Verbinder 8"/>
            <p:cNvCxnSpPr/>
            <p:nvPr/>
          </p:nvCxnSpPr>
          <p:spPr bwMode="auto">
            <a:xfrm flipV="1">
              <a:off x="5215765" y="3491805"/>
              <a:ext cx="1" cy="1879691"/>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0" name="Grafik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21163" y="2995296"/>
              <a:ext cx="1955473" cy="849001"/>
            </a:xfrm>
            <a:prstGeom prst="rect">
              <a:avLst/>
            </a:prstGeom>
          </p:spPr>
        </p:pic>
        <p:pic>
          <p:nvPicPr>
            <p:cNvPr id="11" name="Grafik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31065" y="5003973"/>
              <a:ext cx="1497599" cy="1462183"/>
            </a:xfrm>
            <a:prstGeom prst="rect">
              <a:avLst/>
            </a:prstGeom>
          </p:spPr>
        </p:pic>
        <p:pic>
          <p:nvPicPr>
            <p:cNvPr id="13" name="Grafik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79177" y="5108539"/>
              <a:ext cx="1497599" cy="1462183"/>
            </a:xfrm>
            <a:prstGeom prst="rect">
              <a:avLst/>
            </a:prstGeom>
          </p:spPr>
        </p:pic>
      </p:grpSp>
      <p:grpSp>
        <p:nvGrpSpPr>
          <p:cNvPr id="21" name="Gruppieren 20"/>
          <p:cNvGrpSpPr/>
          <p:nvPr/>
        </p:nvGrpSpPr>
        <p:grpSpPr>
          <a:xfrm>
            <a:off x="2407426" y="2461565"/>
            <a:ext cx="1050914" cy="1263274"/>
            <a:chOff x="2535169" y="2156743"/>
            <a:chExt cx="945717" cy="1023339"/>
          </a:xfrm>
        </p:grpSpPr>
        <p:pic>
          <p:nvPicPr>
            <p:cNvPr id="18" name="Grafik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2647054" y="2156743"/>
              <a:ext cx="833832" cy="1023339"/>
            </a:xfrm>
            <a:prstGeom prst="rect">
              <a:avLst/>
            </a:prstGeom>
          </p:spPr>
        </p:pic>
        <p:pic>
          <p:nvPicPr>
            <p:cNvPr id="19" name="Grafik 1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535169" y="2611431"/>
              <a:ext cx="581621" cy="382707"/>
            </a:xfrm>
            <a:prstGeom prst="rect">
              <a:avLst/>
            </a:prstGeom>
          </p:spPr>
        </p:pic>
      </p:grpSp>
      <p:pic>
        <p:nvPicPr>
          <p:cNvPr id="37" name="Grafik 3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126779" y="1982323"/>
            <a:ext cx="2624418" cy="1742516"/>
          </a:xfrm>
          <a:prstGeom prst="rect">
            <a:avLst/>
          </a:prstGeom>
        </p:spPr>
      </p:pic>
      <p:pic>
        <p:nvPicPr>
          <p:cNvPr id="36" name="Grafik 3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528735" y="2666146"/>
            <a:ext cx="961187" cy="961187"/>
          </a:xfrm>
          <a:prstGeom prst="rect">
            <a:avLst/>
          </a:prstGeom>
        </p:spPr>
      </p:pic>
      <p:pic>
        <p:nvPicPr>
          <p:cNvPr id="23" name="Grafik 2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3942191" y="5658420"/>
            <a:ext cx="840384" cy="1145753"/>
          </a:xfrm>
          <a:prstGeom prst="rect">
            <a:avLst/>
          </a:prstGeom>
        </p:spPr>
      </p:pic>
      <p:sp>
        <p:nvSpPr>
          <p:cNvPr id="24" name="Inhaltsplatzhalter 2"/>
          <p:cNvSpPr>
            <a:spLocks noGrp="1"/>
          </p:cNvSpPr>
          <p:nvPr>
            <p:ph idx="1"/>
          </p:nvPr>
        </p:nvSpPr>
        <p:spPr>
          <a:xfrm>
            <a:off x="485775" y="1269652"/>
            <a:ext cx="9529763" cy="1450961"/>
          </a:xfrm>
        </p:spPr>
        <p:txBody>
          <a:bodyPr/>
          <a:lstStyle/>
          <a:p>
            <a:r>
              <a:rPr lang="en-US" dirty="0" smtClean="0"/>
              <a:t>Signal conversion</a:t>
            </a:r>
          </a:p>
          <a:p>
            <a:pPr lvl="1"/>
            <a:r>
              <a:rPr lang="en-US" dirty="0" smtClean="0"/>
              <a:t>Ethernet </a:t>
            </a:r>
            <a:r>
              <a:rPr lang="en-US" dirty="0"/>
              <a:t>&lt;-&gt; </a:t>
            </a:r>
            <a:r>
              <a:rPr lang="en-US" dirty="0" err="1"/>
              <a:t>fibreglass</a:t>
            </a:r>
            <a:endParaRPr lang="en-US" dirty="0" smtClean="0"/>
          </a:p>
        </p:txBody>
      </p:sp>
    </p:spTree>
    <p:extLst>
      <p:ext uri="{BB962C8B-B14F-4D97-AF65-F5344CB8AC3E}">
        <p14:creationId xmlns:p14="http://schemas.microsoft.com/office/powerpoint/2010/main" val="71000585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8" name="Gerader Verbinder 37"/>
          <p:cNvCxnSpPr/>
          <p:nvPr/>
        </p:nvCxnSpPr>
        <p:spPr bwMode="auto">
          <a:xfrm flipH="1">
            <a:off x="3211896" y="3081066"/>
            <a:ext cx="1619815" cy="0"/>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Gerader Verbinder 21"/>
          <p:cNvCxnSpPr/>
          <p:nvPr/>
        </p:nvCxnSpPr>
        <p:spPr bwMode="auto">
          <a:xfrm flipV="1">
            <a:off x="3010125" y="3503178"/>
            <a:ext cx="1" cy="1060386"/>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Titel 1"/>
          <p:cNvSpPr>
            <a:spLocks noGrp="1"/>
          </p:cNvSpPr>
          <p:nvPr>
            <p:ph type="title"/>
          </p:nvPr>
        </p:nvSpPr>
        <p:spPr/>
        <p:txBody>
          <a:bodyPr/>
          <a:lstStyle/>
          <a:p>
            <a:r>
              <a:rPr lang="de-CH" noProof="0" dirty="0" smtClean="0"/>
              <a:t>Modem</a:t>
            </a:r>
            <a:endParaRPr lang="de-CH" noProof="0" dirty="0"/>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27</a:t>
            </a:fld>
            <a:endParaRPr lang="en-US" altLang="de-DE"/>
          </a:p>
        </p:txBody>
      </p:sp>
      <p:grpSp>
        <p:nvGrpSpPr>
          <p:cNvPr id="17" name="Gruppieren 16"/>
          <p:cNvGrpSpPr/>
          <p:nvPr/>
        </p:nvGrpSpPr>
        <p:grpSpPr>
          <a:xfrm>
            <a:off x="1134625" y="4525269"/>
            <a:ext cx="3167657" cy="2016998"/>
            <a:chOff x="1831065" y="2995296"/>
            <a:chExt cx="5615141" cy="3575426"/>
          </a:xfrm>
        </p:grpSpPr>
        <p:cxnSp>
          <p:nvCxnSpPr>
            <p:cNvPr id="7" name="Gerader Verbinder 6"/>
            <p:cNvCxnSpPr/>
            <p:nvPr/>
          </p:nvCxnSpPr>
          <p:spPr bwMode="auto">
            <a:xfrm flipV="1">
              <a:off x="3088451" y="3632047"/>
              <a:ext cx="1565126" cy="1803974"/>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Gerader Verbinder 7"/>
            <p:cNvCxnSpPr/>
            <p:nvPr/>
          </p:nvCxnSpPr>
          <p:spPr bwMode="auto">
            <a:xfrm flipH="1" flipV="1">
              <a:off x="5777954" y="3632047"/>
              <a:ext cx="1668252" cy="1892992"/>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Gerader Verbinder 8"/>
            <p:cNvCxnSpPr/>
            <p:nvPr/>
          </p:nvCxnSpPr>
          <p:spPr bwMode="auto">
            <a:xfrm flipV="1">
              <a:off x="5215765" y="3491805"/>
              <a:ext cx="1" cy="1879691"/>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0" name="Grafik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21163" y="2995296"/>
              <a:ext cx="1955473" cy="849001"/>
            </a:xfrm>
            <a:prstGeom prst="rect">
              <a:avLst/>
            </a:prstGeom>
          </p:spPr>
        </p:pic>
        <p:pic>
          <p:nvPicPr>
            <p:cNvPr id="11" name="Grafik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31065" y="5003973"/>
              <a:ext cx="1497599" cy="1462183"/>
            </a:xfrm>
            <a:prstGeom prst="rect">
              <a:avLst/>
            </a:prstGeom>
          </p:spPr>
        </p:pic>
        <p:pic>
          <p:nvPicPr>
            <p:cNvPr id="13" name="Grafik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79177" y="5108539"/>
              <a:ext cx="1497599" cy="1462183"/>
            </a:xfrm>
            <a:prstGeom prst="rect">
              <a:avLst/>
            </a:prstGeom>
          </p:spPr>
        </p:pic>
      </p:grpSp>
      <p:grpSp>
        <p:nvGrpSpPr>
          <p:cNvPr id="21" name="Gruppieren 20"/>
          <p:cNvGrpSpPr/>
          <p:nvPr/>
        </p:nvGrpSpPr>
        <p:grpSpPr>
          <a:xfrm>
            <a:off x="2407426" y="2461565"/>
            <a:ext cx="1050914" cy="1263274"/>
            <a:chOff x="2535169" y="2156743"/>
            <a:chExt cx="945717" cy="1023339"/>
          </a:xfrm>
        </p:grpSpPr>
        <p:pic>
          <p:nvPicPr>
            <p:cNvPr id="18" name="Grafik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2647054" y="2156743"/>
              <a:ext cx="833832" cy="1023339"/>
            </a:xfrm>
            <a:prstGeom prst="rect">
              <a:avLst/>
            </a:prstGeom>
          </p:spPr>
        </p:pic>
        <p:pic>
          <p:nvPicPr>
            <p:cNvPr id="19" name="Grafik 1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535169" y="2611431"/>
              <a:ext cx="581621" cy="382707"/>
            </a:xfrm>
            <a:prstGeom prst="rect">
              <a:avLst/>
            </a:prstGeom>
          </p:spPr>
        </p:pic>
      </p:grpSp>
      <p:pic>
        <p:nvPicPr>
          <p:cNvPr id="37" name="Grafik 3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126779" y="1982323"/>
            <a:ext cx="2624418" cy="1742516"/>
          </a:xfrm>
          <a:prstGeom prst="rect">
            <a:avLst/>
          </a:prstGeom>
        </p:spPr>
      </p:pic>
      <p:pic>
        <p:nvPicPr>
          <p:cNvPr id="36" name="Grafik 3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528735" y="2666146"/>
            <a:ext cx="961187" cy="961187"/>
          </a:xfrm>
          <a:prstGeom prst="rect">
            <a:avLst/>
          </a:prstGeom>
        </p:spPr>
      </p:pic>
      <p:pic>
        <p:nvPicPr>
          <p:cNvPr id="23" name="Grafik 2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831711" y="2375156"/>
            <a:ext cx="691203" cy="543413"/>
          </a:xfrm>
          <a:prstGeom prst="rect">
            <a:avLst/>
          </a:prstGeom>
        </p:spPr>
      </p:pic>
      <p:pic>
        <p:nvPicPr>
          <p:cNvPr id="25" name="Grafik 24"/>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046991" y="2375156"/>
            <a:ext cx="919084" cy="919084"/>
          </a:xfrm>
          <a:prstGeom prst="rect">
            <a:avLst/>
          </a:prstGeom>
        </p:spPr>
      </p:pic>
      <p:pic>
        <p:nvPicPr>
          <p:cNvPr id="24" name="Grafik 2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3942191" y="5658420"/>
            <a:ext cx="840384" cy="1145753"/>
          </a:xfrm>
          <a:prstGeom prst="rect">
            <a:avLst/>
          </a:prstGeom>
        </p:spPr>
      </p:pic>
      <p:sp>
        <p:nvSpPr>
          <p:cNvPr id="27" name="Inhaltsplatzhalter 2"/>
          <p:cNvSpPr>
            <a:spLocks noGrp="1"/>
          </p:cNvSpPr>
          <p:nvPr>
            <p:ph idx="1"/>
          </p:nvPr>
        </p:nvSpPr>
        <p:spPr>
          <a:xfrm>
            <a:off x="485775" y="1269652"/>
            <a:ext cx="9529763" cy="1450961"/>
          </a:xfrm>
        </p:spPr>
        <p:txBody>
          <a:bodyPr/>
          <a:lstStyle/>
          <a:p>
            <a:r>
              <a:rPr lang="en-US" dirty="0"/>
              <a:t>Signal conversion</a:t>
            </a:r>
          </a:p>
          <a:p>
            <a:pPr lvl="1"/>
            <a:r>
              <a:rPr lang="en-US" dirty="0" smtClean="0"/>
              <a:t>Ethernet &lt;-&gt; Mobile network</a:t>
            </a:r>
          </a:p>
        </p:txBody>
      </p:sp>
    </p:spTree>
    <p:extLst>
      <p:ext uri="{BB962C8B-B14F-4D97-AF65-F5344CB8AC3E}">
        <p14:creationId xmlns:p14="http://schemas.microsoft.com/office/powerpoint/2010/main" val="347783507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8" name="Gerader Verbinder 37"/>
          <p:cNvCxnSpPr/>
          <p:nvPr/>
        </p:nvCxnSpPr>
        <p:spPr bwMode="auto">
          <a:xfrm flipH="1">
            <a:off x="3211896" y="3078380"/>
            <a:ext cx="4294250" cy="0"/>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Gerader Verbinder 21"/>
          <p:cNvCxnSpPr/>
          <p:nvPr/>
        </p:nvCxnSpPr>
        <p:spPr bwMode="auto">
          <a:xfrm flipV="1">
            <a:off x="3010125" y="3500492"/>
            <a:ext cx="1" cy="1060386"/>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Titel 1"/>
          <p:cNvSpPr>
            <a:spLocks noGrp="1"/>
          </p:cNvSpPr>
          <p:nvPr>
            <p:ph type="title"/>
          </p:nvPr>
        </p:nvSpPr>
        <p:spPr/>
        <p:txBody>
          <a:bodyPr/>
          <a:lstStyle/>
          <a:p>
            <a:r>
              <a:rPr lang="de-CH" noProof="0" dirty="0" smtClean="0"/>
              <a:t>Firewall</a:t>
            </a:r>
            <a:endParaRPr lang="de-CH" noProof="0" dirty="0"/>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28</a:t>
            </a:fld>
            <a:endParaRPr lang="en-US" altLang="de-DE"/>
          </a:p>
        </p:txBody>
      </p:sp>
      <p:grpSp>
        <p:nvGrpSpPr>
          <p:cNvPr id="17" name="Gruppieren 16"/>
          <p:cNvGrpSpPr/>
          <p:nvPr/>
        </p:nvGrpSpPr>
        <p:grpSpPr>
          <a:xfrm>
            <a:off x="1134625" y="4522583"/>
            <a:ext cx="3167657" cy="2016998"/>
            <a:chOff x="1831065" y="2995296"/>
            <a:chExt cx="5615141" cy="3575426"/>
          </a:xfrm>
        </p:grpSpPr>
        <p:cxnSp>
          <p:nvCxnSpPr>
            <p:cNvPr id="7" name="Gerader Verbinder 6"/>
            <p:cNvCxnSpPr/>
            <p:nvPr/>
          </p:nvCxnSpPr>
          <p:spPr bwMode="auto">
            <a:xfrm flipV="1">
              <a:off x="3088451" y="3632047"/>
              <a:ext cx="1565126" cy="1803974"/>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Gerader Verbinder 7"/>
            <p:cNvCxnSpPr/>
            <p:nvPr/>
          </p:nvCxnSpPr>
          <p:spPr bwMode="auto">
            <a:xfrm flipH="1" flipV="1">
              <a:off x="5777954" y="3632047"/>
              <a:ext cx="1668252" cy="1892992"/>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Gerader Verbinder 8"/>
            <p:cNvCxnSpPr/>
            <p:nvPr/>
          </p:nvCxnSpPr>
          <p:spPr bwMode="auto">
            <a:xfrm flipV="1">
              <a:off x="5215765" y="3491805"/>
              <a:ext cx="1" cy="1879691"/>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0" name="Grafik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21163" y="2995296"/>
              <a:ext cx="1955473" cy="849001"/>
            </a:xfrm>
            <a:prstGeom prst="rect">
              <a:avLst/>
            </a:prstGeom>
          </p:spPr>
        </p:pic>
        <p:pic>
          <p:nvPicPr>
            <p:cNvPr id="11" name="Grafik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31065" y="5003973"/>
              <a:ext cx="1497599" cy="1462183"/>
            </a:xfrm>
            <a:prstGeom prst="rect">
              <a:avLst/>
            </a:prstGeom>
          </p:spPr>
        </p:pic>
        <p:pic>
          <p:nvPicPr>
            <p:cNvPr id="13" name="Grafik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79177" y="5108539"/>
              <a:ext cx="1497599" cy="1462183"/>
            </a:xfrm>
            <a:prstGeom prst="rect">
              <a:avLst/>
            </a:prstGeom>
          </p:spPr>
        </p:pic>
      </p:grpSp>
      <p:grpSp>
        <p:nvGrpSpPr>
          <p:cNvPr id="21" name="Gruppieren 20"/>
          <p:cNvGrpSpPr/>
          <p:nvPr/>
        </p:nvGrpSpPr>
        <p:grpSpPr>
          <a:xfrm>
            <a:off x="2407426" y="2458879"/>
            <a:ext cx="1050914" cy="1263274"/>
            <a:chOff x="2535169" y="2156743"/>
            <a:chExt cx="945717" cy="1023339"/>
          </a:xfrm>
        </p:grpSpPr>
        <p:pic>
          <p:nvPicPr>
            <p:cNvPr id="18" name="Grafik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2647054" y="2156743"/>
              <a:ext cx="833832" cy="1023339"/>
            </a:xfrm>
            <a:prstGeom prst="rect">
              <a:avLst/>
            </a:prstGeom>
          </p:spPr>
        </p:pic>
        <p:pic>
          <p:nvPicPr>
            <p:cNvPr id="19" name="Grafik 1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535169" y="2611431"/>
              <a:ext cx="581621" cy="382707"/>
            </a:xfrm>
            <a:prstGeom prst="rect">
              <a:avLst/>
            </a:prstGeom>
          </p:spPr>
        </p:pic>
      </p:grpSp>
      <p:pic>
        <p:nvPicPr>
          <p:cNvPr id="37" name="Grafik 3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126779" y="1979637"/>
            <a:ext cx="2624418" cy="1742516"/>
          </a:xfrm>
          <a:prstGeom prst="rect">
            <a:avLst/>
          </a:prstGeom>
        </p:spPr>
      </p:pic>
      <p:pic>
        <p:nvPicPr>
          <p:cNvPr id="36" name="Grafik 3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528735" y="2663460"/>
            <a:ext cx="961187" cy="961187"/>
          </a:xfrm>
          <a:prstGeom prst="rect">
            <a:avLst/>
          </a:prstGeom>
        </p:spPr>
      </p:pic>
      <p:grpSp>
        <p:nvGrpSpPr>
          <p:cNvPr id="3" name="Gruppieren 2"/>
          <p:cNvGrpSpPr/>
          <p:nvPr/>
        </p:nvGrpSpPr>
        <p:grpSpPr>
          <a:xfrm>
            <a:off x="3536258" y="2445059"/>
            <a:ext cx="998510" cy="1225444"/>
            <a:chOff x="737394" y="3536045"/>
            <a:chExt cx="668031" cy="819856"/>
          </a:xfrm>
        </p:grpSpPr>
        <p:pic>
          <p:nvPicPr>
            <p:cNvPr id="23" name="Grafik 2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737394" y="3536045"/>
              <a:ext cx="668031" cy="819856"/>
            </a:xfrm>
            <a:prstGeom prst="rect">
              <a:avLst/>
            </a:prstGeom>
          </p:spPr>
        </p:pic>
        <p:pic>
          <p:nvPicPr>
            <p:cNvPr id="24" name="Grafik 23"/>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40765" y="3788277"/>
              <a:ext cx="356055" cy="567624"/>
            </a:xfrm>
            <a:prstGeom prst="rect">
              <a:avLst/>
            </a:prstGeom>
          </p:spPr>
        </p:pic>
      </p:grpSp>
      <p:pic>
        <p:nvPicPr>
          <p:cNvPr id="25" name="Grafik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3942191" y="5652045"/>
            <a:ext cx="840384" cy="1145753"/>
          </a:xfrm>
          <a:prstGeom prst="rect">
            <a:avLst/>
          </a:prstGeom>
        </p:spPr>
      </p:pic>
      <p:sp>
        <p:nvSpPr>
          <p:cNvPr id="26" name="Inhaltsplatzhalter 2"/>
          <p:cNvSpPr>
            <a:spLocks noGrp="1"/>
          </p:cNvSpPr>
          <p:nvPr>
            <p:ph idx="1"/>
          </p:nvPr>
        </p:nvSpPr>
        <p:spPr>
          <a:xfrm>
            <a:off x="485775" y="1269652"/>
            <a:ext cx="8388523" cy="1450961"/>
          </a:xfrm>
        </p:spPr>
        <p:txBody>
          <a:bodyPr/>
          <a:lstStyle/>
          <a:p>
            <a:r>
              <a:rPr lang="en-US" dirty="0"/>
              <a:t>Serves </a:t>
            </a:r>
            <a:r>
              <a:rPr lang="en-US" dirty="0" smtClean="0"/>
              <a:t>security</a:t>
            </a:r>
          </a:p>
          <a:p>
            <a:r>
              <a:rPr lang="en-US" dirty="0"/>
              <a:t>Decides which packets are forwarded based on defined rules</a:t>
            </a:r>
            <a:endParaRPr lang="en-US" dirty="0" smtClean="0"/>
          </a:p>
        </p:txBody>
      </p:sp>
    </p:spTree>
    <p:extLst>
      <p:ext uri="{BB962C8B-B14F-4D97-AF65-F5344CB8AC3E}">
        <p14:creationId xmlns:p14="http://schemas.microsoft.com/office/powerpoint/2010/main" val="195739456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Abgerundetes Rechteck 24"/>
          <p:cNvSpPr/>
          <p:nvPr/>
        </p:nvSpPr>
        <p:spPr bwMode="auto">
          <a:xfrm>
            <a:off x="966844" y="1982323"/>
            <a:ext cx="4883117" cy="3398700"/>
          </a:xfrm>
          <a:prstGeom prst="roundRect">
            <a:avLst>
              <a:gd name="adj" fmla="val 7138"/>
            </a:avLst>
          </a:prstGeom>
          <a:solidFill>
            <a:srgbClr val="F7CBA7"/>
          </a:solidFill>
          <a:ln w="57150"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ndParaRPr>
          </a:p>
        </p:txBody>
      </p:sp>
      <p:sp>
        <p:nvSpPr>
          <p:cNvPr id="2" name="Titel 1"/>
          <p:cNvSpPr>
            <a:spLocks noGrp="1"/>
          </p:cNvSpPr>
          <p:nvPr>
            <p:ph type="title"/>
          </p:nvPr>
        </p:nvSpPr>
        <p:spPr/>
        <p:txBody>
          <a:bodyPr/>
          <a:lstStyle/>
          <a:p>
            <a:r>
              <a:rPr lang="de-CH" noProof="0" dirty="0" smtClean="0"/>
              <a:t>Integrated Access Device (IAD)</a:t>
            </a:r>
            <a:endParaRPr lang="de-CH" noProof="0" dirty="0"/>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29</a:t>
            </a:fld>
            <a:endParaRPr lang="en-US" altLang="de-DE"/>
          </a:p>
        </p:txBody>
      </p:sp>
      <p:cxnSp>
        <p:nvCxnSpPr>
          <p:cNvPr id="7" name="Gerader Verbinder 6"/>
          <p:cNvCxnSpPr/>
          <p:nvPr/>
        </p:nvCxnSpPr>
        <p:spPr bwMode="auto">
          <a:xfrm flipH="1">
            <a:off x="3211896" y="3081066"/>
            <a:ext cx="4294250" cy="0"/>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Gerader Verbinder 7"/>
          <p:cNvCxnSpPr/>
          <p:nvPr/>
        </p:nvCxnSpPr>
        <p:spPr bwMode="auto">
          <a:xfrm flipV="1">
            <a:off x="3010125" y="3503178"/>
            <a:ext cx="1" cy="1060386"/>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Gerader Verbinder 9"/>
          <p:cNvCxnSpPr/>
          <p:nvPr/>
        </p:nvCxnSpPr>
        <p:spPr bwMode="auto">
          <a:xfrm flipV="1">
            <a:off x="1843951" y="4884478"/>
            <a:ext cx="882931" cy="1017672"/>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Gerader Verbinder 10"/>
          <p:cNvCxnSpPr/>
          <p:nvPr/>
        </p:nvCxnSpPr>
        <p:spPr bwMode="auto">
          <a:xfrm flipH="1" flipV="1">
            <a:off x="3361175" y="4884478"/>
            <a:ext cx="941107" cy="1067890"/>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Gerader Verbinder 11"/>
          <p:cNvCxnSpPr/>
          <p:nvPr/>
        </p:nvCxnSpPr>
        <p:spPr bwMode="auto">
          <a:xfrm flipV="1">
            <a:off x="3044028" y="4805364"/>
            <a:ext cx="1" cy="1060386"/>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4" name="Grafik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4625" y="5658420"/>
            <a:ext cx="844837" cy="824858"/>
          </a:xfrm>
          <a:prstGeom prst="rect">
            <a:avLst/>
          </a:prstGeom>
        </p:spPr>
      </p:pic>
      <p:pic>
        <p:nvPicPr>
          <p:cNvPr id="16" name="Grafik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15673" y="5717409"/>
            <a:ext cx="844837" cy="824858"/>
          </a:xfrm>
          <a:prstGeom prst="rect">
            <a:avLst/>
          </a:prstGeom>
        </p:spPr>
      </p:pic>
      <p:pic>
        <p:nvPicPr>
          <p:cNvPr id="20" name="Grafik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26779" y="1982323"/>
            <a:ext cx="2624418" cy="1742516"/>
          </a:xfrm>
          <a:prstGeom prst="rect">
            <a:avLst/>
          </a:prstGeom>
        </p:spPr>
      </p:pic>
      <p:pic>
        <p:nvPicPr>
          <p:cNvPr id="21" name="Grafik 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28735" y="2666146"/>
            <a:ext cx="961187" cy="961187"/>
          </a:xfrm>
          <a:prstGeom prst="rect">
            <a:avLst/>
          </a:prstGeom>
        </p:spPr>
      </p:pic>
      <p:grpSp>
        <p:nvGrpSpPr>
          <p:cNvPr id="22" name="Gruppieren 21"/>
          <p:cNvGrpSpPr/>
          <p:nvPr/>
        </p:nvGrpSpPr>
        <p:grpSpPr>
          <a:xfrm>
            <a:off x="3536258" y="2447745"/>
            <a:ext cx="998510" cy="1225444"/>
            <a:chOff x="737394" y="3536045"/>
            <a:chExt cx="668031" cy="819856"/>
          </a:xfrm>
        </p:grpSpPr>
        <p:pic>
          <p:nvPicPr>
            <p:cNvPr id="23" name="Grafik 2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737394" y="3536045"/>
              <a:ext cx="668031" cy="819856"/>
            </a:xfrm>
            <a:prstGeom prst="rect">
              <a:avLst/>
            </a:prstGeom>
          </p:spPr>
        </p:pic>
        <p:pic>
          <p:nvPicPr>
            <p:cNvPr id="24" name="Grafik 2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40765" y="3788277"/>
              <a:ext cx="356055" cy="567624"/>
            </a:xfrm>
            <a:prstGeom prst="rect">
              <a:avLst/>
            </a:prstGeom>
          </p:spPr>
        </p:pic>
      </p:grpSp>
      <p:cxnSp>
        <p:nvCxnSpPr>
          <p:cNvPr id="26" name="Gerader Verbinder 25"/>
          <p:cNvCxnSpPr/>
          <p:nvPr/>
        </p:nvCxnSpPr>
        <p:spPr bwMode="auto">
          <a:xfrm>
            <a:off x="1889522" y="3047234"/>
            <a:ext cx="1165519" cy="0"/>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7" name="Gruppieren 26"/>
          <p:cNvGrpSpPr/>
          <p:nvPr/>
        </p:nvGrpSpPr>
        <p:grpSpPr>
          <a:xfrm>
            <a:off x="1169442" y="2500703"/>
            <a:ext cx="1181769" cy="825808"/>
            <a:chOff x="1879355" y="3070028"/>
            <a:chExt cx="1028446" cy="772741"/>
          </a:xfrm>
        </p:grpSpPr>
        <p:pic>
          <p:nvPicPr>
            <p:cNvPr id="28" name="Grafik 27"/>
            <p:cNvPicPr>
              <a:picLocks noChangeAspect="1"/>
            </p:cNvPicPr>
            <p:nvPr/>
          </p:nvPicPr>
          <p:blipFill rotWithShape="1">
            <a:blip r:embed="rId8">
              <a:extLst>
                <a:ext uri="{28A0092B-C50C-407E-A947-70E740481C1C}">
                  <a14:useLocalDpi xmlns:a14="http://schemas.microsoft.com/office/drawing/2010/main" val="0"/>
                </a:ext>
              </a:extLst>
            </a:blip>
            <a:srcRect t="50000"/>
            <a:stretch/>
          </p:blipFill>
          <p:spPr>
            <a:xfrm>
              <a:off x="1879355" y="3377519"/>
              <a:ext cx="1028446" cy="465250"/>
            </a:xfrm>
            <a:prstGeom prst="rect">
              <a:avLst/>
            </a:prstGeom>
          </p:spPr>
        </p:pic>
        <p:pic>
          <p:nvPicPr>
            <p:cNvPr id="29" name="Grafik 28"/>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943735" y="3070028"/>
              <a:ext cx="514770" cy="404704"/>
            </a:xfrm>
            <a:prstGeom prst="rect">
              <a:avLst/>
            </a:prstGeom>
          </p:spPr>
        </p:pic>
      </p:grpSp>
      <p:pic>
        <p:nvPicPr>
          <p:cNvPr id="13" name="Grafik 12"/>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482946" y="4525269"/>
            <a:ext cx="1103137" cy="478945"/>
          </a:xfrm>
          <a:prstGeom prst="rect">
            <a:avLst/>
          </a:prstGeom>
        </p:spPr>
      </p:pic>
      <p:grpSp>
        <p:nvGrpSpPr>
          <p:cNvPr id="17" name="Gruppieren 16"/>
          <p:cNvGrpSpPr/>
          <p:nvPr/>
        </p:nvGrpSpPr>
        <p:grpSpPr>
          <a:xfrm>
            <a:off x="2407426" y="2461565"/>
            <a:ext cx="1050914" cy="1263274"/>
            <a:chOff x="2535169" y="2156743"/>
            <a:chExt cx="945717" cy="1023339"/>
          </a:xfrm>
        </p:grpSpPr>
        <p:pic>
          <p:nvPicPr>
            <p:cNvPr id="18" name="Grafik 1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2647054" y="2156743"/>
              <a:ext cx="833832" cy="1023339"/>
            </a:xfrm>
            <a:prstGeom prst="rect">
              <a:avLst/>
            </a:prstGeom>
          </p:spPr>
        </p:pic>
        <p:pic>
          <p:nvPicPr>
            <p:cNvPr id="19" name="Grafik 18"/>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535169" y="2611431"/>
              <a:ext cx="581621" cy="382707"/>
            </a:xfrm>
            <a:prstGeom prst="rect">
              <a:avLst/>
            </a:prstGeom>
          </p:spPr>
        </p:pic>
      </p:grpSp>
      <p:pic>
        <p:nvPicPr>
          <p:cNvPr id="30" name="Grafik 2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3942191" y="5580037"/>
            <a:ext cx="840384" cy="1145753"/>
          </a:xfrm>
          <a:prstGeom prst="rect">
            <a:avLst/>
          </a:prstGeom>
        </p:spPr>
      </p:pic>
      <p:sp>
        <p:nvSpPr>
          <p:cNvPr id="31" name="Inhaltsplatzhalter 2"/>
          <p:cNvSpPr>
            <a:spLocks noGrp="1"/>
          </p:cNvSpPr>
          <p:nvPr>
            <p:ph idx="1"/>
          </p:nvPr>
        </p:nvSpPr>
        <p:spPr>
          <a:xfrm>
            <a:off x="485775" y="1269652"/>
            <a:ext cx="9529763" cy="1450961"/>
          </a:xfrm>
        </p:spPr>
        <p:txBody>
          <a:bodyPr/>
          <a:lstStyle/>
          <a:p>
            <a:r>
              <a:rPr lang="en-US" dirty="0"/>
              <a:t>Combination of various network components</a:t>
            </a:r>
            <a:endParaRPr lang="en-US" dirty="0" smtClean="0"/>
          </a:p>
        </p:txBody>
      </p:sp>
    </p:spTree>
    <p:extLst>
      <p:ext uri="{BB962C8B-B14F-4D97-AF65-F5344CB8AC3E}">
        <p14:creationId xmlns:p14="http://schemas.microsoft.com/office/powerpoint/2010/main" val="213055738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CH" noProof="0" dirty="0" smtClean="0"/>
              <a:t>DNS</a:t>
            </a:r>
            <a:endParaRPr lang="de-CH" noProof="0" dirty="0"/>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30</a:t>
            </a:fld>
            <a:endParaRPr lang="en-US" altLang="de-DE"/>
          </a:p>
        </p:txBody>
      </p:sp>
      <p:pic>
        <p:nvPicPr>
          <p:cNvPr id="7" name="Grafik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6779" y="1971688"/>
            <a:ext cx="2624418" cy="1742516"/>
          </a:xfrm>
          <a:prstGeom prst="rect">
            <a:avLst/>
          </a:prstGeom>
        </p:spPr>
      </p:pic>
      <p:cxnSp>
        <p:nvCxnSpPr>
          <p:cNvPr id="8" name="Gerader Verbinder 7"/>
          <p:cNvCxnSpPr/>
          <p:nvPr/>
        </p:nvCxnSpPr>
        <p:spPr bwMode="auto">
          <a:xfrm flipH="1">
            <a:off x="3211896" y="3070431"/>
            <a:ext cx="4294250" cy="0"/>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Gerader Verbinder 8"/>
          <p:cNvCxnSpPr/>
          <p:nvPr/>
        </p:nvCxnSpPr>
        <p:spPr bwMode="auto">
          <a:xfrm flipV="1">
            <a:off x="3010125" y="3492543"/>
            <a:ext cx="1" cy="1060386"/>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0" name="Gruppieren 9"/>
          <p:cNvGrpSpPr/>
          <p:nvPr/>
        </p:nvGrpSpPr>
        <p:grpSpPr>
          <a:xfrm>
            <a:off x="1134625" y="4514634"/>
            <a:ext cx="3167657" cy="2016998"/>
            <a:chOff x="1831065" y="2995296"/>
            <a:chExt cx="5615141" cy="3575426"/>
          </a:xfrm>
        </p:grpSpPr>
        <p:cxnSp>
          <p:nvCxnSpPr>
            <p:cNvPr id="11" name="Gerader Verbinder 10"/>
            <p:cNvCxnSpPr/>
            <p:nvPr/>
          </p:nvCxnSpPr>
          <p:spPr bwMode="auto">
            <a:xfrm flipV="1">
              <a:off x="3088451" y="3632047"/>
              <a:ext cx="1565126" cy="1803974"/>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Gerader Verbinder 11"/>
            <p:cNvCxnSpPr/>
            <p:nvPr/>
          </p:nvCxnSpPr>
          <p:spPr bwMode="auto">
            <a:xfrm flipH="1" flipV="1">
              <a:off x="5777954" y="3632047"/>
              <a:ext cx="1668252" cy="1892992"/>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Gerader Verbinder 12"/>
            <p:cNvCxnSpPr/>
            <p:nvPr/>
          </p:nvCxnSpPr>
          <p:spPr bwMode="auto">
            <a:xfrm flipV="1">
              <a:off x="5215765" y="3491805"/>
              <a:ext cx="1" cy="1879691"/>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4" name="Grafik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21163" y="2995296"/>
              <a:ext cx="1955473" cy="849001"/>
            </a:xfrm>
            <a:prstGeom prst="rect">
              <a:avLst/>
            </a:prstGeom>
          </p:spPr>
        </p:pic>
        <p:pic>
          <p:nvPicPr>
            <p:cNvPr id="15" name="Grafik 1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31065" y="5003973"/>
              <a:ext cx="1497599" cy="1462183"/>
            </a:xfrm>
            <a:prstGeom prst="rect">
              <a:avLst/>
            </a:prstGeom>
          </p:spPr>
        </p:pic>
        <p:pic>
          <p:nvPicPr>
            <p:cNvPr id="17" name="Grafik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79177" y="5108539"/>
              <a:ext cx="1497599" cy="1462183"/>
            </a:xfrm>
            <a:prstGeom prst="rect">
              <a:avLst/>
            </a:prstGeom>
          </p:spPr>
        </p:pic>
      </p:grpSp>
      <p:grpSp>
        <p:nvGrpSpPr>
          <p:cNvPr id="18" name="Gruppieren 17"/>
          <p:cNvGrpSpPr/>
          <p:nvPr/>
        </p:nvGrpSpPr>
        <p:grpSpPr>
          <a:xfrm>
            <a:off x="2407426" y="2450930"/>
            <a:ext cx="1050914" cy="1263274"/>
            <a:chOff x="2535169" y="2156743"/>
            <a:chExt cx="945717" cy="1023339"/>
          </a:xfrm>
        </p:grpSpPr>
        <p:pic>
          <p:nvPicPr>
            <p:cNvPr id="19" name="Grafik 1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2647054" y="2156743"/>
              <a:ext cx="833832" cy="1023339"/>
            </a:xfrm>
            <a:prstGeom prst="rect">
              <a:avLst/>
            </a:prstGeom>
          </p:spPr>
        </p:pic>
        <p:pic>
          <p:nvPicPr>
            <p:cNvPr id="20" name="Grafik 1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535169" y="2611431"/>
              <a:ext cx="581621" cy="382707"/>
            </a:xfrm>
            <a:prstGeom prst="rect">
              <a:avLst/>
            </a:prstGeom>
          </p:spPr>
        </p:pic>
      </p:grpSp>
      <p:pic>
        <p:nvPicPr>
          <p:cNvPr id="21" name="Grafik 2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528735" y="2655511"/>
            <a:ext cx="961187" cy="961187"/>
          </a:xfrm>
          <a:prstGeom prst="rect">
            <a:avLst/>
          </a:prstGeom>
        </p:spPr>
      </p:pic>
      <p:grpSp>
        <p:nvGrpSpPr>
          <p:cNvPr id="22" name="Gruppieren 21"/>
          <p:cNvGrpSpPr/>
          <p:nvPr/>
        </p:nvGrpSpPr>
        <p:grpSpPr>
          <a:xfrm>
            <a:off x="3536258" y="2437110"/>
            <a:ext cx="998510" cy="1225444"/>
            <a:chOff x="737394" y="3536045"/>
            <a:chExt cx="668031" cy="819856"/>
          </a:xfrm>
        </p:grpSpPr>
        <p:pic>
          <p:nvPicPr>
            <p:cNvPr id="23" name="Grafik 2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737394" y="3536045"/>
              <a:ext cx="668031" cy="819856"/>
            </a:xfrm>
            <a:prstGeom prst="rect">
              <a:avLst/>
            </a:prstGeom>
          </p:spPr>
        </p:pic>
        <p:pic>
          <p:nvPicPr>
            <p:cNvPr id="24" name="Grafik 23"/>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40765" y="3788277"/>
              <a:ext cx="356055" cy="567624"/>
            </a:xfrm>
            <a:prstGeom prst="rect">
              <a:avLst/>
            </a:prstGeom>
          </p:spPr>
        </p:pic>
      </p:grpSp>
      <p:grpSp>
        <p:nvGrpSpPr>
          <p:cNvPr id="25" name="Gruppieren 24"/>
          <p:cNvGrpSpPr/>
          <p:nvPr/>
        </p:nvGrpSpPr>
        <p:grpSpPr>
          <a:xfrm>
            <a:off x="7280740" y="2553240"/>
            <a:ext cx="1157450" cy="777233"/>
            <a:chOff x="674019" y="2893628"/>
            <a:chExt cx="894731" cy="547337"/>
          </a:xfrm>
        </p:grpSpPr>
        <p:pic>
          <p:nvPicPr>
            <p:cNvPr id="26" name="Grafik 25"/>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74019" y="2893628"/>
              <a:ext cx="761934" cy="532759"/>
            </a:xfrm>
            <a:prstGeom prst="rect">
              <a:avLst/>
            </a:prstGeom>
          </p:spPr>
        </p:pic>
        <p:sp>
          <p:nvSpPr>
            <p:cNvPr id="27" name="Textfeld 26"/>
            <p:cNvSpPr txBox="1"/>
            <p:nvPr/>
          </p:nvSpPr>
          <p:spPr>
            <a:xfrm>
              <a:off x="784135" y="3071633"/>
              <a:ext cx="784615" cy="369332"/>
            </a:xfrm>
            <a:prstGeom prst="rect">
              <a:avLst/>
            </a:prstGeom>
            <a:noFill/>
          </p:spPr>
          <p:txBody>
            <a:bodyPr wrap="square" rtlCol="0">
              <a:spAutoFit/>
            </a:bodyPr>
            <a:lstStyle/>
            <a:p>
              <a:r>
                <a:rPr lang="en-US" sz="1800" b="1" dirty="0" smtClean="0"/>
                <a:t>ISP</a:t>
              </a:r>
            </a:p>
          </p:txBody>
        </p:sp>
      </p:grpSp>
      <p:grpSp>
        <p:nvGrpSpPr>
          <p:cNvPr id="30" name="Gruppieren 29"/>
          <p:cNvGrpSpPr/>
          <p:nvPr/>
        </p:nvGrpSpPr>
        <p:grpSpPr>
          <a:xfrm>
            <a:off x="8235620" y="2884536"/>
            <a:ext cx="1067648" cy="1200445"/>
            <a:chOff x="704533" y="1979637"/>
            <a:chExt cx="729161" cy="819856"/>
          </a:xfrm>
        </p:grpSpPr>
        <p:pic>
          <p:nvPicPr>
            <p:cNvPr id="28" name="Grafik 2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765663" y="1979637"/>
              <a:ext cx="668031" cy="819856"/>
            </a:xfrm>
            <a:prstGeom prst="rect">
              <a:avLst/>
            </a:prstGeom>
          </p:spPr>
        </p:pic>
        <p:pic>
          <p:nvPicPr>
            <p:cNvPr id="29" name="Grafik 28"/>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04533" y="2287105"/>
              <a:ext cx="428558" cy="440380"/>
            </a:xfrm>
            <a:prstGeom prst="rect">
              <a:avLst/>
            </a:prstGeom>
          </p:spPr>
        </p:pic>
      </p:grpSp>
      <p:grpSp>
        <p:nvGrpSpPr>
          <p:cNvPr id="35" name="Gruppieren 34"/>
          <p:cNvGrpSpPr/>
          <p:nvPr/>
        </p:nvGrpSpPr>
        <p:grpSpPr>
          <a:xfrm>
            <a:off x="8049384" y="1372129"/>
            <a:ext cx="1424399" cy="1287308"/>
            <a:chOff x="555575" y="1115541"/>
            <a:chExt cx="894426" cy="808342"/>
          </a:xfrm>
        </p:grpSpPr>
        <p:pic>
          <p:nvPicPr>
            <p:cNvPr id="33" name="Grafik 3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791352" y="1115541"/>
              <a:ext cx="658649" cy="808342"/>
            </a:xfrm>
            <a:prstGeom prst="rect">
              <a:avLst/>
            </a:prstGeom>
          </p:spPr>
        </p:pic>
        <p:pic>
          <p:nvPicPr>
            <p:cNvPr id="34" name="Grafik 33"/>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55575" y="1380731"/>
              <a:ext cx="677311" cy="422736"/>
            </a:xfrm>
            <a:prstGeom prst="rect">
              <a:avLst/>
            </a:prstGeom>
          </p:spPr>
        </p:pic>
      </p:grpSp>
      <p:pic>
        <p:nvPicPr>
          <p:cNvPr id="36" name="Grafik 3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3942191" y="5580037"/>
            <a:ext cx="840384" cy="1145753"/>
          </a:xfrm>
          <a:prstGeom prst="rect">
            <a:avLst/>
          </a:prstGeom>
        </p:spPr>
      </p:pic>
      <p:sp>
        <p:nvSpPr>
          <p:cNvPr id="37" name="Inhaltsplatzhalter 2"/>
          <p:cNvSpPr>
            <a:spLocks noGrp="1"/>
          </p:cNvSpPr>
          <p:nvPr>
            <p:ph idx="1"/>
          </p:nvPr>
        </p:nvSpPr>
        <p:spPr>
          <a:xfrm>
            <a:off x="485775" y="1269652"/>
            <a:ext cx="9529763" cy="1450961"/>
          </a:xfrm>
        </p:spPr>
        <p:txBody>
          <a:bodyPr/>
          <a:lstStyle/>
          <a:p>
            <a:r>
              <a:rPr lang="en-US" dirty="0"/>
              <a:t>Changes a domain into an IP </a:t>
            </a:r>
            <a:r>
              <a:rPr lang="en-US" dirty="0" smtClean="0"/>
              <a:t>address</a:t>
            </a:r>
          </a:p>
          <a:p>
            <a:pPr lvl="1"/>
            <a:r>
              <a:rPr lang="en-US" dirty="0"/>
              <a:t>e</a:t>
            </a:r>
            <a:r>
              <a:rPr lang="en-US" dirty="0" smtClean="0"/>
              <a:t>.g. www.belimo.ch &lt;-&gt; 23.50.104.191</a:t>
            </a:r>
          </a:p>
        </p:txBody>
      </p:sp>
    </p:spTree>
    <p:extLst>
      <p:ext uri="{BB962C8B-B14F-4D97-AF65-F5344CB8AC3E}">
        <p14:creationId xmlns:p14="http://schemas.microsoft.com/office/powerpoint/2010/main" val="25750845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9" name="Gerader Verbinder 38"/>
          <p:cNvCxnSpPr/>
          <p:nvPr/>
        </p:nvCxnSpPr>
        <p:spPr bwMode="auto">
          <a:xfrm flipH="1">
            <a:off x="2105546" y="3207340"/>
            <a:ext cx="496504" cy="0"/>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Titel 1"/>
          <p:cNvSpPr>
            <a:spLocks noGrp="1"/>
          </p:cNvSpPr>
          <p:nvPr>
            <p:ph type="title"/>
          </p:nvPr>
        </p:nvSpPr>
        <p:spPr/>
        <p:txBody>
          <a:bodyPr/>
          <a:lstStyle/>
          <a:p>
            <a:r>
              <a:rPr lang="de-CH" noProof="0" dirty="0" smtClean="0"/>
              <a:t>DNS - </a:t>
            </a:r>
            <a:r>
              <a:rPr lang="de-CH" noProof="0" dirty="0" err="1" smtClean="0"/>
              <a:t>Local</a:t>
            </a:r>
            <a:endParaRPr lang="de-CH" noProof="0" dirty="0"/>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31</a:t>
            </a:fld>
            <a:endParaRPr lang="en-US" altLang="de-DE"/>
          </a:p>
        </p:txBody>
      </p:sp>
      <p:pic>
        <p:nvPicPr>
          <p:cNvPr id="7" name="Grafik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26779" y="1956197"/>
            <a:ext cx="2624418" cy="1742516"/>
          </a:xfrm>
          <a:prstGeom prst="rect">
            <a:avLst/>
          </a:prstGeom>
        </p:spPr>
      </p:pic>
      <p:cxnSp>
        <p:nvCxnSpPr>
          <p:cNvPr id="8" name="Gerader Verbinder 7"/>
          <p:cNvCxnSpPr/>
          <p:nvPr/>
        </p:nvCxnSpPr>
        <p:spPr bwMode="auto">
          <a:xfrm flipH="1">
            <a:off x="3211896" y="3054940"/>
            <a:ext cx="4294250" cy="0"/>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Gerader Verbinder 8"/>
          <p:cNvCxnSpPr/>
          <p:nvPr/>
        </p:nvCxnSpPr>
        <p:spPr bwMode="auto">
          <a:xfrm flipV="1">
            <a:off x="3010125" y="3477052"/>
            <a:ext cx="1" cy="1060386"/>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0" name="Gruppieren 9"/>
          <p:cNvGrpSpPr/>
          <p:nvPr/>
        </p:nvGrpSpPr>
        <p:grpSpPr>
          <a:xfrm>
            <a:off x="1134625" y="4499143"/>
            <a:ext cx="3167657" cy="2016998"/>
            <a:chOff x="1831065" y="2995296"/>
            <a:chExt cx="5615141" cy="3575426"/>
          </a:xfrm>
        </p:grpSpPr>
        <p:cxnSp>
          <p:nvCxnSpPr>
            <p:cNvPr id="11" name="Gerader Verbinder 10"/>
            <p:cNvCxnSpPr/>
            <p:nvPr/>
          </p:nvCxnSpPr>
          <p:spPr bwMode="auto">
            <a:xfrm flipV="1">
              <a:off x="3088451" y="3632047"/>
              <a:ext cx="1565126" cy="1803974"/>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Gerader Verbinder 11"/>
            <p:cNvCxnSpPr/>
            <p:nvPr/>
          </p:nvCxnSpPr>
          <p:spPr bwMode="auto">
            <a:xfrm flipH="1" flipV="1">
              <a:off x="5777954" y="3632047"/>
              <a:ext cx="1668252" cy="1892992"/>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Gerader Verbinder 12"/>
            <p:cNvCxnSpPr/>
            <p:nvPr/>
          </p:nvCxnSpPr>
          <p:spPr bwMode="auto">
            <a:xfrm flipV="1">
              <a:off x="5215765" y="3491805"/>
              <a:ext cx="1" cy="1879691"/>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4" name="Grafik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21163" y="2995296"/>
              <a:ext cx="1955473" cy="849001"/>
            </a:xfrm>
            <a:prstGeom prst="rect">
              <a:avLst/>
            </a:prstGeom>
          </p:spPr>
        </p:pic>
        <p:pic>
          <p:nvPicPr>
            <p:cNvPr id="15" name="Grafik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31065" y="5003973"/>
              <a:ext cx="1497599" cy="1462183"/>
            </a:xfrm>
            <a:prstGeom prst="rect">
              <a:avLst/>
            </a:prstGeom>
          </p:spPr>
        </p:pic>
        <p:pic>
          <p:nvPicPr>
            <p:cNvPr id="17" name="Grafik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79177" y="5108539"/>
              <a:ext cx="1497599" cy="1462183"/>
            </a:xfrm>
            <a:prstGeom prst="rect">
              <a:avLst/>
            </a:prstGeom>
          </p:spPr>
        </p:pic>
      </p:grpSp>
      <p:grpSp>
        <p:nvGrpSpPr>
          <p:cNvPr id="18" name="Gruppieren 17"/>
          <p:cNvGrpSpPr/>
          <p:nvPr/>
        </p:nvGrpSpPr>
        <p:grpSpPr>
          <a:xfrm>
            <a:off x="2407426" y="2435439"/>
            <a:ext cx="1050914" cy="1263274"/>
            <a:chOff x="2535169" y="2156743"/>
            <a:chExt cx="945717" cy="1023339"/>
          </a:xfrm>
        </p:grpSpPr>
        <p:pic>
          <p:nvPicPr>
            <p:cNvPr id="19" name="Grafik 1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2647054" y="2156743"/>
              <a:ext cx="833832" cy="1023339"/>
            </a:xfrm>
            <a:prstGeom prst="rect">
              <a:avLst/>
            </a:prstGeom>
          </p:spPr>
        </p:pic>
        <p:pic>
          <p:nvPicPr>
            <p:cNvPr id="20" name="Grafik 1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535169" y="2611431"/>
              <a:ext cx="581621" cy="382707"/>
            </a:xfrm>
            <a:prstGeom prst="rect">
              <a:avLst/>
            </a:prstGeom>
          </p:spPr>
        </p:pic>
      </p:grpSp>
      <p:pic>
        <p:nvPicPr>
          <p:cNvPr id="21" name="Grafik 2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528735" y="2640020"/>
            <a:ext cx="961187" cy="961187"/>
          </a:xfrm>
          <a:prstGeom prst="rect">
            <a:avLst/>
          </a:prstGeom>
        </p:spPr>
      </p:pic>
      <p:grpSp>
        <p:nvGrpSpPr>
          <p:cNvPr id="22" name="Gruppieren 21"/>
          <p:cNvGrpSpPr/>
          <p:nvPr/>
        </p:nvGrpSpPr>
        <p:grpSpPr>
          <a:xfrm>
            <a:off x="3536258" y="2421619"/>
            <a:ext cx="998510" cy="1225444"/>
            <a:chOff x="737394" y="3536045"/>
            <a:chExt cx="668031" cy="819856"/>
          </a:xfrm>
        </p:grpSpPr>
        <p:pic>
          <p:nvPicPr>
            <p:cNvPr id="23" name="Grafik 2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737394" y="3536045"/>
              <a:ext cx="668031" cy="819856"/>
            </a:xfrm>
            <a:prstGeom prst="rect">
              <a:avLst/>
            </a:prstGeom>
          </p:spPr>
        </p:pic>
        <p:pic>
          <p:nvPicPr>
            <p:cNvPr id="24" name="Grafik 2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40765" y="3788277"/>
              <a:ext cx="356055" cy="567624"/>
            </a:xfrm>
            <a:prstGeom prst="rect">
              <a:avLst/>
            </a:prstGeom>
          </p:spPr>
        </p:pic>
      </p:grpSp>
      <p:grpSp>
        <p:nvGrpSpPr>
          <p:cNvPr id="25" name="Gruppieren 24"/>
          <p:cNvGrpSpPr/>
          <p:nvPr/>
        </p:nvGrpSpPr>
        <p:grpSpPr>
          <a:xfrm>
            <a:off x="7280740" y="2537749"/>
            <a:ext cx="1157450" cy="777233"/>
            <a:chOff x="674019" y="2893628"/>
            <a:chExt cx="894731" cy="547337"/>
          </a:xfrm>
        </p:grpSpPr>
        <p:pic>
          <p:nvPicPr>
            <p:cNvPr id="26" name="Grafik 25"/>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74019" y="2893628"/>
              <a:ext cx="761934" cy="532759"/>
            </a:xfrm>
            <a:prstGeom prst="rect">
              <a:avLst/>
            </a:prstGeom>
          </p:spPr>
        </p:pic>
        <p:sp>
          <p:nvSpPr>
            <p:cNvPr id="27" name="Textfeld 26"/>
            <p:cNvSpPr txBox="1"/>
            <p:nvPr/>
          </p:nvSpPr>
          <p:spPr>
            <a:xfrm>
              <a:off x="784135" y="3071633"/>
              <a:ext cx="784615" cy="369332"/>
            </a:xfrm>
            <a:prstGeom prst="rect">
              <a:avLst/>
            </a:prstGeom>
            <a:noFill/>
          </p:spPr>
          <p:txBody>
            <a:bodyPr wrap="square" rtlCol="0">
              <a:spAutoFit/>
            </a:bodyPr>
            <a:lstStyle/>
            <a:p>
              <a:r>
                <a:rPr lang="en-US" sz="1800" b="1" dirty="0" smtClean="0"/>
                <a:t>ISP</a:t>
              </a:r>
            </a:p>
          </p:txBody>
        </p:sp>
      </p:grpSp>
      <p:grpSp>
        <p:nvGrpSpPr>
          <p:cNvPr id="30" name="Gruppieren 29"/>
          <p:cNvGrpSpPr/>
          <p:nvPr/>
        </p:nvGrpSpPr>
        <p:grpSpPr>
          <a:xfrm>
            <a:off x="1200520" y="2452528"/>
            <a:ext cx="1067648" cy="1200445"/>
            <a:chOff x="704533" y="1979637"/>
            <a:chExt cx="729161" cy="819856"/>
          </a:xfrm>
        </p:grpSpPr>
        <p:pic>
          <p:nvPicPr>
            <p:cNvPr id="28" name="Grafik 2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765663" y="1979637"/>
              <a:ext cx="668031" cy="819856"/>
            </a:xfrm>
            <a:prstGeom prst="rect">
              <a:avLst/>
            </a:prstGeom>
          </p:spPr>
        </p:pic>
        <p:pic>
          <p:nvPicPr>
            <p:cNvPr id="29" name="Grafik 28"/>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04533" y="2287105"/>
              <a:ext cx="428558" cy="440380"/>
            </a:xfrm>
            <a:prstGeom prst="rect">
              <a:avLst/>
            </a:prstGeom>
          </p:spPr>
        </p:pic>
      </p:grpSp>
      <p:grpSp>
        <p:nvGrpSpPr>
          <p:cNvPr id="34" name="Gruppieren 33"/>
          <p:cNvGrpSpPr/>
          <p:nvPr/>
        </p:nvGrpSpPr>
        <p:grpSpPr>
          <a:xfrm>
            <a:off x="8049384" y="1356638"/>
            <a:ext cx="1424399" cy="1287308"/>
            <a:chOff x="555575" y="1115541"/>
            <a:chExt cx="894426" cy="808342"/>
          </a:xfrm>
        </p:grpSpPr>
        <p:pic>
          <p:nvPicPr>
            <p:cNvPr id="35" name="Grafik 3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791352" y="1115541"/>
              <a:ext cx="658649" cy="808342"/>
            </a:xfrm>
            <a:prstGeom prst="rect">
              <a:avLst/>
            </a:prstGeom>
          </p:spPr>
        </p:pic>
        <p:pic>
          <p:nvPicPr>
            <p:cNvPr id="40" name="Grafik 39"/>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55575" y="1380731"/>
              <a:ext cx="677311" cy="422736"/>
            </a:xfrm>
            <a:prstGeom prst="rect">
              <a:avLst/>
            </a:prstGeom>
          </p:spPr>
        </p:pic>
      </p:grpSp>
      <p:pic>
        <p:nvPicPr>
          <p:cNvPr id="36" name="Grafik 3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3942191" y="5580037"/>
            <a:ext cx="840384" cy="1145753"/>
          </a:xfrm>
          <a:prstGeom prst="rect">
            <a:avLst/>
          </a:prstGeom>
        </p:spPr>
      </p:pic>
    </p:spTree>
    <p:extLst>
      <p:ext uri="{BB962C8B-B14F-4D97-AF65-F5344CB8AC3E}">
        <p14:creationId xmlns:p14="http://schemas.microsoft.com/office/powerpoint/2010/main" val="231297014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CH" noProof="0" dirty="0" err="1" smtClean="0"/>
              <a:t>Recap</a:t>
            </a:r>
            <a:endParaRPr lang="de-CH" noProof="0" dirty="0"/>
          </a:p>
        </p:txBody>
      </p:sp>
      <p:sp>
        <p:nvSpPr>
          <p:cNvPr id="3" name="Inhaltsplatzhalter 2"/>
          <p:cNvSpPr>
            <a:spLocks noGrp="1"/>
          </p:cNvSpPr>
          <p:nvPr>
            <p:ph idx="1"/>
          </p:nvPr>
        </p:nvSpPr>
        <p:spPr>
          <a:xfrm>
            <a:off x="485775" y="2038350"/>
            <a:ext cx="9529763" cy="3757711"/>
          </a:xfrm>
        </p:spPr>
        <p:txBody>
          <a:bodyPr/>
          <a:lstStyle/>
          <a:p>
            <a:pPr>
              <a:buSzPct val="80000"/>
              <a:buFont typeface="Wingdings" panose="05000000000000000000" pitchFamily="2" charset="2"/>
              <a:buChar char="§"/>
            </a:pPr>
            <a:r>
              <a:rPr lang="de-CH" b="0" noProof="0" dirty="0" smtClean="0">
                <a:solidFill>
                  <a:srgbClr val="000000"/>
                </a:solidFill>
              </a:rPr>
              <a:t>Peer-Peer</a:t>
            </a:r>
          </a:p>
          <a:p>
            <a:pPr>
              <a:buSzPct val="80000"/>
              <a:buFont typeface="Wingdings" panose="05000000000000000000" pitchFamily="2" charset="2"/>
              <a:buChar char="§"/>
            </a:pPr>
            <a:r>
              <a:rPr lang="de-CH" b="0" dirty="0" smtClean="0">
                <a:solidFill>
                  <a:srgbClr val="000000"/>
                </a:solidFill>
              </a:rPr>
              <a:t>Hub</a:t>
            </a:r>
          </a:p>
          <a:p>
            <a:pPr>
              <a:buSzPct val="80000"/>
              <a:buFont typeface="Wingdings" panose="05000000000000000000" pitchFamily="2" charset="2"/>
              <a:buChar char="§"/>
            </a:pPr>
            <a:r>
              <a:rPr lang="de-CH" b="0" noProof="0" dirty="0" smtClean="0">
                <a:solidFill>
                  <a:srgbClr val="000000"/>
                </a:solidFill>
              </a:rPr>
              <a:t>Switch</a:t>
            </a:r>
          </a:p>
          <a:p>
            <a:pPr>
              <a:buSzPct val="80000"/>
              <a:buFont typeface="Wingdings" panose="05000000000000000000" pitchFamily="2" charset="2"/>
              <a:buChar char="§"/>
            </a:pPr>
            <a:r>
              <a:rPr lang="de-CH" b="0" dirty="0" smtClean="0">
                <a:solidFill>
                  <a:srgbClr val="000000"/>
                </a:solidFill>
              </a:rPr>
              <a:t>Router</a:t>
            </a:r>
          </a:p>
          <a:p>
            <a:pPr>
              <a:buSzPct val="80000"/>
              <a:buFont typeface="Wingdings" panose="05000000000000000000" pitchFamily="2" charset="2"/>
              <a:buChar char="§"/>
            </a:pPr>
            <a:r>
              <a:rPr lang="de-CH" b="0" dirty="0" smtClean="0">
                <a:solidFill>
                  <a:srgbClr val="000000"/>
                </a:solidFill>
              </a:rPr>
              <a:t>ISP</a:t>
            </a:r>
          </a:p>
          <a:p>
            <a:pPr>
              <a:buSzPct val="80000"/>
              <a:buFont typeface="Wingdings" panose="05000000000000000000" pitchFamily="2" charset="2"/>
              <a:buChar char="§"/>
            </a:pPr>
            <a:r>
              <a:rPr lang="de-CH" b="0" noProof="0" dirty="0" smtClean="0">
                <a:solidFill>
                  <a:srgbClr val="000000"/>
                </a:solidFill>
              </a:rPr>
              <a:t>IAD</a:t>
            </a:r>
            <a:endParaRPr lang="de-CH" b="0" noProof="0" dirty="0" smtClean="0">
              <a:solidFill>
                <a:srgbClr val="000000"/>
              </a:solidFill>
              <a:hlinkClick r:id="rId2"/>
            </a:endParaRPr>
          </a:p>
          <a:p>
            <a:pPr>
              <a:buSzPct val="80000"/>
              <a:buFont typeface="Wingdings" panose="05000000000000000000" pitchFamily="2" charset="2"/>
              <a:buChar char="§"/>
            </a:pPr>
            <a:endParaRPr lang="de-CH" b="0" noProof="0" dirty="0" smtClean="0">
              <a:solidFill>
                <a:srgbClr val="000000"/>
              </a:solidFill>
              <a:hlinkClick r:id="rId2"/>
            </a:endParaRPr>
          </a:p>
          <a:p>
            <a:pPr marL="0" indent="0">
              <a:buNone/>
            </a:pPr>
            <a:endParaRPr lang="de-CH" i="1" dirty="0">
              <a:solidFill>
                <a:srgbClr val="000000"/>
              </a:solidFill>
              <a:hlinkClick r:id="rId2"/>
            </a:endParaRPr>
          </a:p>
          <a:p>
            <a:pPr marL="0" indent="0">
              <a:buNone/>
            </a:pPr>
            <a:r>
              <a:rPr lang="en-US" i="1" dirty="0"/>
              <a:t>Useful links to recap at home</a:t>
            </a:r>
            <a:r>
              <a:rPr lang="en-US" i="1" dirty="0" smtClean="0"/>
              <a:t>:</a:t>
            </a:r>
            <a:endParaRPr lang="de-CH" i="1" noProof="0" dirty="0" smtClean="0">
              <a:solidFill>
                <a:srgbClr val="000000"/>
              </a:solidFill>
              <a:hlinkClick r:id="rId2"/>
            </a:endParaRPr>
          </a:p>
          <a:p>
            <a:pPr marL="0" indent="0">
              <a:buNone/>
            </a:pPr>
            <a:r>
              <a:rPr lang="de-CH" dirty="0">
                <a:hlinkClick r:id="rId3"/>
              </a:rPr>
              <a:t>https://</a:t>
            </a:r>
            <a:r>
              <a:rPr lang="de-CH" dirty="0" smtClean="0">
                <a:hlinkClick r:id="rId3"/>
              </a:rPr>
              <a:t>www.youtube.com/watch?v=1z0ULvg_pW8&amp;t=23s</a:t>
            </a:r>
            <a:r>
              <a:rPr lang="de-CH" dirty="0" smtClean="0"/>
              <a:t> </a:t>
            </a:r>
            <a:r>
              <a:rPr lang="de-CH" i="1" dirty="0" smtClean="0">
                <a:solidFill>
                  <a:srgbClr val="000000"/>
                </a:solidFill>
              </a:rPr>
              <a:t>(7’18</a:t>
            </a:r>
            <a:r>
              <a:rPr lang="de-CH" i="1" noProof="0" dirty="0" smtClean="0">
                <a:solidFill>
                  <a:srgbClr val="000000"/>
                </a:solidFill>
              </a:rPr>
              <a:t>’’)</a:t>
            </a:r>
          </a:p>
          <a:p>
            <a:pPr marL="0" indent="0">
              <a:buNone/>
            </a:pPr>
            <a:endParaRPr lang="de-CH" dirty="0"/>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32</a:t>
            </a:fld>
            <a:endParaRPr lang="en-US" altLang="de-DE"/>
          </a:p>
        </p:txBody>
      </p:sp>
    </p:spTree>
    <p:extLst>
      <p:ext uri="{BB962C8B-B14F-4D97-AF65-F5344CB8AC3E}">
        <p14:creationId xmlns:p14="http://schemas.microsoft.com/office/powerpoint/2010/main" val="48729532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33</a:t>
            </a:fld>
            <a:endParaRPr lang="en-US" altLang="de-DE"/>
          </a:p>
        </p:txBody>
      </p:sp>
      <p:sp>
        <p:nvSpPr>
          <p:cNvPr id="7" name="Titel 1"/>
          <p:cNvSpPr txBox="1">
            <a:spLocks/>
          </p:cNvSpPr>
          <p:nvPr/>
        </p:nvSpPr>
        <p:spPr bwMode="auto">
          <a:xfrm>
            <a:off x="485775" y="2038350"/>
            <a:ext cx="8199438"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9" tIns="45715" rIns="91429" bIns="45715" numCol="1" anchor="t" anchorCtr="0" compatLnSpc="1">
            <a:prstTxWarp prst="textNoShape">
              <a:avLst/>
            </a:prstTxWarp>
          </a:bodyPr>
          <a:lstStyle>
            <a:lvl1pPr algn="l" defTabSz="995363" rtl="0" eaLnBrk="1" fontAlgn="base" hangingPunct="1">
              <a:spcBef>
                <a:spcPct val="0"/>
              </a:spcBef>
              <a:spcAft>
                <a:spcPct val="0"/>
              </a:spcAft>
              <a:defRPr sz="2800" b="1">
                <a:solidFill>
                  <a:srgbClr val="787878"/>
                </a:solidFill>
                <a:latin typeface="+mj-lt"/>
                <a:ea typeface="+mj-ea"/>
                <a:cs typeface="+mj-cs"/>
              </a:defRPr>
            </a:lvl1pPr>
            <a:lvl2pPr algn="l" defTabSz="995363" rtl="0" eaLnBrk="1" fontAlgn="base" hangingPunct="1">
              <a:spcBef>
                <a:spcPct val="0"/>
              </a:spcBef>
              <a:spcAft>
                <a:spcPct val="0"/>
              </a:spcAft>
              <a:defRPr sz="2800" b="1">
                <a:solidFill>
                  <a:srgbClr val="787878"/>
                </a:solidFill>
                <a:latin typeface="Arial" charset="0"/>
              </a:defRPr>
            </a:lvl2pPr>
            <a:lvl3pPr algn="l" defTabSz="995363" rtl="0" eaLnBrk="1" fontAlgn="base" hangingPunct="1">
              <a:spcBef>
                <a:spcPct val="0"/>
              </a:spcBef>
              <a:spcAft>
                <a:spcPct val="0"/>
              </a:spcAft>
              <a:defRPr sz="2800" b="1">
                <a:solidFill>
                  <a:srgbClr val="787878"/>
                </a:solidFill>
                <a:latin typeface="Arial" charset="0"/>
              </a:defRPr>
            </a:lvl3pPr>
            <a:lvl4pPr algn="l" defTabSz="995363" rtl="0" eaLnBrk="1" fontAlgn="base" hangingPunct="1">
              <a:spcBef>
                <a:spcPct val="0"/>
              </a:spcBef>
              <a:spcAft>
                <a:spcPct val="0"/>
              </a:spcAft>
              <a:defRPr sz="2800" b="1">
                <a:solidFill>
                  <a:srgbClr val="787878"/>
                </a:solidFill>
                <a:latin typeface="Arial" charset="0"/>
              </a:defRPr>
            </a:lvl4pPr>
            <a:lvl5pPr algn="l" defTabSz="995363" rtl="0" eaLnBrk="1" fontAlgn="base" hangingPunct="1">
              <a:spcBef>
                <a:spcPct val="0"/>
              </a:spcBef>
              <a:spcAft>
                <a:spcPct val="0"/>
              </a:spcAft>
              <a:defRPr sz="2800" b="1">
                <a:solidFill>
                  <a:srgbClr val="787878"/>
                </a:solidFill>
                <a:latin typeface="Arial" charset="0"/>
              </a:defRPr>
            </a:lvl5pPr>
            <a:lvl6pPr marL="457200" algn="l" defTabSz="995363" rtl="0" eaLnBrk="1" fontAlgn="base" hangingPunct="1">
              <a:spcBef>
                <a:spcPct val="0"/>
              </a:spcBef>
              <a:spcAft>
                <a:spcPct val="0"/>
              </a:spcAft>
              <a:defRPr sz="2800" b="1">
                <a:solidFill>
                  <a:srgbClr val="787878"/>
                </a:solidFill>
                <a:latin typeface="Arial" charset="0"/>
              </a:defRPr>
            </a:lvl6pPr>
            <a:lvl7pPr marL="914400" algn="l" defTabSz="995363" rtl="0" eaLnBrk="1" fontAlgn="base" hangingPunct="1">
              <a:spcBef>
                <a:spcPct val="0"/>
              </a:spcBef>
              <a:spcAft>
                <a:spcPct val="0"/>
              </a:spcAft>
              <a:defRPr sz="2800" b="1">
                <a:solidFill>
                  <a:srgbClr val="787878"/>
                </a:solidFill>
                <a:latin typeface="Arial" charset="0"/>
              </a:defRPr>
            </a:lvl7pPr>
            <a:lvl8pPr marL="1371600" algn="l" defTabSz="995363" rtl="0" eaLnBrk="1" fontAlgn="base" hangingPunct="1">
              <a:spcBef>
                <a:spcPct val="0"/>
              </a:spcBef>
              <a:spcAft>
                <a:spcPct val="0"/>
              </a:spcAft>
              <a:defRPr sz="2800" b="1">
                <a:solidFill>
                  <a:srgbClr val="787878"/>
                </a:solidFill>
                <a:latin typeface="Arial" charset="0"/>
              </a:defRPr>
            </a:lvl8pPr>
            <a:lvl9pPr marL="1828800" algn="l" defTabSz="995363" rtl="0" eaLnBrk="1" fontAlgn="base" hangingPunct="1">
              <a:spcBef>
                <a:spcPct val="0"/>
              </a:spcBef>
              <a:spcAft>
                <a:spcPct val="0"/>
              </a:spcAft>
              <a:defRPr sz="2800" b="1">
                <a:solidFill>
                  <a:srgbClr val="787878"/>
                </a:solidFill>
                <a:latin typeface="Arial" charset="0"/>
              </a:defRPr>
            </a:lvl9pPr>
          </a:lstStyle>
          <a:p>
            <a:r>
              <a:rPr lang="de-CH" dirty="0"/>
              <a:t>Network Models</a:t>
            </a:r>
            <a:endParaRPr lang="de-CH" kern="0" dirty="0"/>
          </a:p>
        </p:txBody>
      </p:sp>
    </p:spTree>
    <p:extLst>
      <p:ext uri="{BB962C8B-B14F-4D97-AF65-F5344CB8AC3E}">
        <p14:creationId xmlns:p14="http://schemas.microsoft.com/office/powerpoint/2010/main" val="150215447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34</a:t>
            </a:fld>
            <a:endParaRPr lang="en-US" altLang="de-DE"/>
          </a:p>
        </p:txBody>
      </p:sp>
      <p:pic>
        <p:nvPicPr>
          <p:cNvPr id="3" name="Grafik 2"/>
          <p:cNvPicPr>
            <a:picLocks noChangeAspect="1"/>
          </p:cNvPicPr>
          <p:nvPr/>
        </p:nvPicPr>
        <p:blipFill>
          <a:blip r:embed="rId2"/>
          <a:stretch>
            <a:fillRect/>
          </a:stretch>
        </p:blipFill>
        <p:spPr>
          <a:xfrm>
            <a:off x="564492" y="1259557"/>
            <a:ext cx="8111196" cy="5636242"/>
          </a:xfrm>
          <a:prstGeom prst="rect">
            <a:avLst/>
          </a:prstGeom>
        </p:spPr>
      </p:pic>
      <p:sp>
        <p:nvSpPr>
          <p:cNvPr id="10" name="Titel 1"/>
          <p:cNvSpPr>
            <a:spLocks noGrp="1"/>
          </p:cNvSpPr>
          <p:nvPr>
            <p:ph type="title"/>
          </p:nvPr>
        </p:nvSpPr>
        <p:spPr>
          <a:xfrm>
            <a:off x="476250" y="493713"/>
            <a:ext cx="8199438" cy="1143000"/>
          </a:xfrm>
        </p:spPr>
        <p:txBody>
          <a:bodyPr/>
          <a:lstStyle/>
          <a:p>
            <a:r>
              <a:rPr lang="de-CH" dirty="0"/>
              <a:t>Network Models</a:t>
            </a:r>
            <a:endParaRPr lang="de-CH" noProof="0" dirty="0"/>
          </a:p>
        </p:txBody>
      </p:sp>
    </p:spTree>
    <p:extLst>
      <p:ext uri="{BB962C8B-B14F-4D97-AF65-F5344CB8AC3E}">
        <p14:creationId xmlns:p14="http://schemas.microsoft.com/office/powerpoint/2010/main" val="258593299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smtClean="0"/>
              <a:t>TCP/IP Model</a:t>
            </a:r>
            <a:endParaRPr lang="en-US" dirty="0"/>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35</a:t>
            </a:fld>
            <a:endParaRPr lang="en-US" altLang="de-DE"/>
          </a:p>
        </p:txBody>
      </p:sp>
      <p:sp>
        <p:nvSpPr>
          <p:cNvPr id="10" name="Inhaltsplatzhalter 2"/>
          <p:cNvSpPr>
            <a:spLocks noGrp="1"/>
          </p:cNvSpPr>
          <p:nvPr>
            <p:ph idx="1"/>
          </p:nvPr>
        </p:nvSpPr>
        <p:spPr>
          <a:xfrm>
            <a:off x="2650255" y="1763613"/>
            <a:ext cx="6456439" cy="2893615"/>
          </a:xfrm>
        </p:spPr>
        <p:txBody>
          <a:bodyPr/>
          <a:lstStyle/>
          <a:p>
            <a:pPr marL="0" indent="0">
              <a:buNone/>
            </a:pPr>
            <a:r>
              <a:rPr lang="en-US" dirty="0" smtClean="0"/>
              <a:t>Application layer – Application-specific</a:t>
            </a:r>
          </a:p>
          <a:p>
            <a:pPr marL="0" indent="0">
              <a:buNone/>
            </a:pPr>
            <a:r>
              <a:rPr lang="en-US" sz="1600" b="0" dirty="0" smtClean="0"/>
              <a:t>e.g. HTTP</a:t>
            </a:r>
            <a:r>
              <a:rPr lang="en-US" sz="1600" b="0" dirty="0"/>
              <a:t>, FTP, SMTP, POP3, DNS, </a:t>
            </a:r>
            <a:r>
              <a:rPr lang="en-US" sz="1600" b="0" dirty="0" smtClean="0"/>
              <a:t>SSH</a:t>
            </a:r>
            <a:r>
              <a:rPr lang="en-US" sz="1600" b="0" dirty="0"/>
              <a:t>, </a:t>
            </a:r>
            <a:r>
              <a:rPr lang="en-US" sz="1600" b="0" dirty="0" smtClean="0"/>
              <a:t>Telnet</a:t>
            </a:r>
          </a:p>
          <a:p>
            <a:pPr marL="0" indent="0">
              <a:buNone/>
            </a:pPr>
            <a:endParaRPr lang="en-US" sz="1600" b="0" dirty="0"/>
          </a:p>
          <a:p>
            <a:pPr marL="0" indent="0">
              <a:buNone/>
            </a:pPr>
            <a:endParaRPr lang="en-US" sz="1600" b="0" dirty="0" smtClean="0"/>
          </a:p>
          <a:p>
            <a:pPr marL="0" indent="0">
              <a:buNone/>
            </a:pPr>
            <a:endParaRPr lang="en-US" sz="1600" b="0" dirty="0" smtClean="0"/>
          </a:p>
          <a:p>
            <a:pPr marL="0" indent="0">
              <a:buNone/>
            </a:pPr>
            <a:endParaRPr lang="en-US" sz="400" dirty="0" smtClean="0"/>
          </a:p>
          <a:p>
            <a:pPr marL="0" indent="0">
              <a:buNone/>
            </a:pPr>
            <a:r>
              <a:rPr lang="en-US" dirty="0" smtClean="0"/>
              <a:t>Transport layer – </a:t>
            </a:r>
            <a:r>
              <a:rPr lang="en-US" dirty="0"/>
              <a:t>Reliable transmission</a:t>
            </a:r>
            <a:endParaRPr lang="en-US" dirty="0" smtClean="0"/>
          </a:p>
          <a:p>
            <a:pPr marL="0" indent="0">
              <a:buNone/>
            </a:pPr>
            <a:r>
              <a:rPr lang="en-US" sz="1600" b="0" dirty="0" err="1" smtClean="0"/>
              <a:t>e.g.TCP</a:t>
            </a:r>
            <a:r>
              <a:rPr lang="en-US" sz="1600" b="0" dirty="0"/>
              <a:t>, </a:t>
            </a:r>
            <a:r>
              <a:rPr lang="en-US" sz="1600" b="0" dirty="0" smtClean="0"/>
              <a:t>UDP</a:t>
            </a:r>
          </a:p>
          <a:p>
            <a:pPr marL="0" indent="0">
              <a:buNone/>
            </a:pPr>
            <a:endParaRPr lang="en-US" sz="400" dirty="0" smtClean="0"/>
          </a:p>
          <a:p>
            <a:pPr marL="0" indent="0">
              <a:buNone/>
            </a:pPr>
            <a:r>
              <a:rPr lang="en-US" dirty="0" smtClean="0"/>
              <a:t>Internet layer – Routing</a:t>
            </a:r>
          </a:p>
          <a:p>
            <a:pPr marL="0" indent="0">
              <a:buNone/>
            </a:pPr>
            <a:r>
              <a:rPr lang="en-US" sz="1600" b="0" dirty="0" smtClean="0"/>
              <a:t>e.g. IP </a:t>
            </a:r>
            <a:r>
              <a:rPr lang="en-US" sz="1600" b="0" dirty="0"/>
              <a:t>(IPv4, IPv6), </a:t>
            </a:r>
            <a:r>
              <a:rPr lang="en-US" sz="1600" b="0" dirty="0" smtClean="0"/>
              <a:t>ICMP, IPX</a:t>
            </a:r>
          </a:p>
          <a:p>
            <a:pPr marL="0" indent="0">
              <a:buNone/>
            </a:pPr>
            <a:endParaRPr lang="en-US" sz="400" dirty="0" smtClean="0"/>
          </a:p>
          <a:p>
            <a:pPr marL="0" indent="0">
              <a:buNone/>
            </a:pPr>
            <a:r>
              <a:rPr lang="en-US" dirty="0" smtClean="0"/>
              <a:t>Link layer – </a:t>
            </a:r>
            <a:r>
              <a:rPr lang="en-US" dirty="0"/>
              <a:t>Data transmission technologies</a:t>
            </a:r>
            <a:endParaRPr lang="en-US" dirty="0" smtClean="0"/>
          </a:p>
          <a:p>
            <a:pPr marL="0" indent="0">
              <a:buNone/>
            </a:pPr>
            <a:r>
              <a:rPr lang="en-US" sz="1600" b="0" dirty="0" smtClean="0"/>
              <a:t>e.g. </a:t>
            </a:r>
            <a:r>
              <a:rPr lang="en-US" sz="1600" b="0" dirty="0"/>
              <a:t>Ethernet, WLAN, </a:t>
            </a:r>
            <a:r>
              <a:rPr lang="en-US" sz="1600" b="0" dirty="0" smtClean="0"/>
              <a:t>Coax, </a:t>
            </a:r>
            <a:r>
              <a:rPr lang="en-US" sz="1600" b="0" dirty="0" err="1" smtClean="0"/>
              <a:t>Fibre</a:t>
            </a:r>
            <a:r>
              <a:rPr lang="en-US" sz="1600" b="0" dirty="0" smtClean="0"/>
              <a:t>, ATM</a:t>
            </a:r>
            <a:r>
              <a:rPr lang="en-US" sz="1600" b="0" dirty="0"/>
              <a:t>, FDDI, PPP, Token Ring</a:t>
            </a:r>
            <a:endParaRPr lang="de-CH" sz="1600" b="0" dirty="0"/>
          </a:p>
        </p:txBody>
      </p:sp>
      <p:pic>
        <p:nvPicPr>
          <p:cNvPr id="7" name="Grafik 6"/>
          <p:cNvPicPr>
            <a:picLocks noChangeAspect="1"/>
          </p:cNvPicPr>
          <p:nvPr/>
        </p:nvPicPr>
        <p:blipFill>
          <a:blip r:embed="rId3"/>
          <a:stretch>
            <a:fillRect/>
          </a:stretch>
        </p:blipFill>
        <p:spPr>
          <a:xfrm>
            <a:off x="467321" y="1475581"/>
            <a:ext cx="2114286" cy="4066667"/>
          </a:xfrm>
          <a:prstGeom prst="rect">
            <a:avLst/>
          </a:prstGeom>
        </p:spPr>
      </p:pic>
    </p:spTree>
    <p:extLst>
      <p:ext uri="{BB962C8B-B14F-4D97-AF65-F5344CB8AC3E}">
        <p14:creationId xmlns:p14="http://schemas.microsoft.com/office/powerpoint/2010/main" val="218966827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smtClean="0"/>
              <a:t>ISO OSI Model</a:t>
            </a:r>
            <a:endParaRPr lang="en-US" dirty="0"/>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36</a:t>
            </a:fld>
            <a:endParaRPr lang="en-US" altLang="de-DE"/>
          </a:p>
        </p:txBody>
      </p:sp>
      <p:sp>
        <p:nvSpPr>
          <p:cNvPr id="11" name="Inhaltsplatzhalter 2"/>
          <p:cNvSpPr>
            <a:spLocks noGrp="1"/>
          </p:cNvSpPr>
          <p:nvPr>
            <p:ph idx="1"/>
          </p:nvPr>
        </p:nvSpPr>
        <p:spPr>
          <a:xfrm>
            <a:off x="2681611" y="1520809"/>
            <a:ext cx="6480720" cy="5616624"/>
          </a:xfrm>
        </p:spPr>
        <p:txBody>
          <a:bodyPr/>
          <a:lstStyle/>
          <a:p>
            <a:pPr marL="0" indent="0">
              <a:buNone/>
            </a:pPr>
            <a:r>
              <a:rPr lang="en-US" dirty="0" smtClean="0"/>
              <a:t>Application / Presentation / Session layer – Data</a:t>
            </a:r>
          </a:p>
          <a:p>
            <a:pPr marL="0" indent="0">
              <a:buNone/>
            </a:pPr>
            <a:r>
              <a:rPr lang="en-US" sz="1600" b="0" dirty="0" err="1" smtClean="0"/>
              <a:t>z.B</a:t>
            </a:r>
            <a:r>
              <a:rPr lang="en-US" sz="1600" b="0" dirty="0" smtClean="0"/>
              <a:t>. HTTP</a:t>
            </a:r>
            <a:r>
              <a:rPr lang="en-US" sz="1600" b="0" dirty="0"/>
              <a:t>, FTP, SMTP, POP3, DNS, </a:t>
            </a:r>
            <a:r>
              <a:rPr lang="en-US" sz="1600" b="0" dirty="0" smtClean="0"/>
              <a:t>SSH</a:t>
            </a:r>
            <a:r>
              <a:rPr lang="en-US" sz="1600" b="0" dirty="0"/>
              <a:t>, </a:t>
            </a:r>
            <a:r>
              <a:rPr lang="en-US" sz="1600" b="0" dirty="0" smtClean="0"/>
              <a:t>Telnet</a:t>
            </a:r>
          </a:p>
          <a:p>
            <a:pPr marL="0" indent="0">
              <a:buNone/>
            </a:pPr>
            <a:endParaRPr lang="en-US" sz="1600" b="0" dirty="0"/>
          </a:p>
          <a:p>
            <a:pPr marL="0" indent="0">
              <a:buNone/>
            </a:pPr>
            <a:endParaRPr lang="en-US" sz="1600" b="0" dirty="0" smtClean="0"/>
          </a:p>
          <a:p>
            <a:pPr marL="0" indent="0">
              <a:buNone/>
            </a:pPr>
            <a:endParaRPr lang="en-US" sz="1600" b="0" dirty="0"/>
          </a:p>
          <a:p>
            <a:pPr marL="0" indent="0">
              <a:buNone/>
            </a:pPr>
            <a:endParaRPr lang="en-US" sz="1600" b="0" dirty="0" smtClean="0"/>
          </a:p>
          <a:p>
            <a:pPr marL="0" indent="0">
              <a:buNone/>
            </a:pPr>
            <a:endParaRPr lang="en-US" sz="400" dirty="0" smtClean="0"/>
          </a:p>
          <a:p>
            <a:pPr marL="0" indent="0">
              <a:buNone/>
            </a:pPr>
            <a:r>
              <a:rPr lang="en-US" dirty="0" smtClean="0"/>
              <a:t>Transport layer – Segment</a:t>
            </a:r>
          </a:p>
          <a:p>
            <a:pPr marL="0" indent="0">
              <a:buNone/>
            </a:pPr>
            <a:r>
              <a:rPr lang="en-US" sz="1600" b="0" dirty="0" err="1" smtClean="0"/>
              <a:t>z.B.TCP</a:t>
            </a:r>
            <a:r>
              <a:rPr lang="en-US" sz="1600" b="0" dirty="0"/>
              <a:t>, </a:t>
            </a:r>
            <a:r>
              <a:rPr lang="en-US" sz="1600" b="0" dirty="0" smtClean="0"/>
              <a:t>UDP</a:t>
            </a:r>
          </a:p>
          <a:p>
            <a:pPr marL="0" indent="0">
              <a:buNone/>
            </a:pPr>
            <a:endParaRPr lang="en-US" sz="400" dirty="0" smtClean="0"/>
          </a:p>
          <a:p>
            <a:pPr marL="0" indent="0">
              <a:buNone/>
            </a:pPr>
            <a:r>
              <a:rPr lang="en-US" dirty="0" smtClean="0"/>
              <a:t>Network layer – Packet</a:t>
            </a:r>
          </a:p>
          <a:p>
            <a:pPr marL="0" indent="0">
              <a:buNone/>
            </a:pPr>
            <a:r>
              <a:rPr lang="en-US" sz="1600" b="0" dirty="0" err="1" smtClean="0"/>
              <a:t>z.B</a:t>
            </a:r>
            <a:r>
              <a:rPr lang="en-US" sz="1600" b="0" dirty="0" smtClean="0"/>
              <a:t>. IP </a:t>
            </a:r>
            <a:r>
              <a:rPr lang="en-US" sz="1600" b="0" dirty="0"/>
              <a:t>(IPv4, IPv6), </a:t>
            </a:r>
            <a:r>
              <a:rPr lang="en-US" sz="1600" b="0" dirty="0" smtClean="0"/>
              <a:t>ICMP, IPX</a:t>
            </a:r>
          </a:p>
          <a:p>
            <a:pPr marL="0" indent="0">
              <a:buNone/>
            </a:pPr>
            <a:endParaRPr lang="en-US" sz="400" dirty="0" smtClean="0"/>
          </a:p>
          <a:p>
            <a:pPr marL="0" indent="0">
              <a:buNone/>
            </a:pPr>
            <a:r>
              <a:rPr lang="en-US" dirty="0" smtClean="0"/>
              <a:t>Data Link layer –Frame</a:t>
            </a:r>
          </a:p>
          <a:p>
            <a:pPr marL="0" indent="0">
              <a:buNone/>
            </a:pPr>
            <a:r>
              <a:rPr lang="en-US" sz="1600" b="0" dirty="0" err="1" smtClean="0"/>
              <a:t>z.B</a:t>
            </a:r>
            <a:r>
              <a:rPr lang="en-US" sz="1600" b="0" dirty="0" smtClean="0"/>
              <a:t>. </a:t>
            </a:r>
            <a:r>
              <a:rPr lang="en-US" sz="1600" b="0" dirty="0"/>
              <a:t>Ethernet, WLAN, ATM, FDDI</a:t>
            </a:r>
            <a:r>
              <a:rPr lang="en-US" sz="1600" b="0" dirty="0" smtClean="0"/>
              <a:t>, </a:t>
            </a:r>
            <a:r>
              <a:rPr lang="en-US" sz="1600" b="0" dirty="0"/>
              <a:t>PPP, Token </a:t>
            </a:r>
            <a:r>
              <a:rPr lang="en-US" sz="1600" b="0" dirty="0" smtClean="0"/>
              <a:t>Ring</a:t>
            </a:r>
            <a:endParaRPr lang="en-US" sz="400" b="0" dirty="0" smtClean="0"/>
          </a:p>
          <a:p>
            <a:pPr marL="0" indent="0">
              <a:buNone/>
            </a:pPr>
            <a:r>
              <a:rPr lang="en-US" dirty="0" smtClean="0"/>
              <a:t>Physical layer </a:t>
            </a:r>
            <a:r>
              <a:rPr lang="en-US" dirty="0"/>
              <a:t>– </a:t>
            </a:r>
            <a:r>
              <a:rPr lang="en-US" dirty="0" smtClean="0"/>
              <a:t>Bit</a:t>
            </a:r>
            <a:endParaRPr lang="en-US" dirty="0"/>
          </a:p>
          <a:p>
            <a:pPr marL="0" indent="0">
              <a:buNone/>
            </a:pPr>
            <a:r>
              <a:rPr lang="en-US" sz="1600" b="0" dirty="0" err="1"/>
              <a:t>z.B</a:t>
            </a:r>
            <a:r>
              <a:rPr lang="en-US" sz="1600" b="0" dirty="0"/>
              <a:t>. </a:t>
            </a:r>
            <a:r>
              <a:rPr lang="en-US" sz="1600" b="0" dirty="0" smtClean="0"/>
              <a:t>1000BASE-T, Token Ring, ARCNET</a:t>
            </a:r>
            <a:endParaRPr lang="de-CH" sz="1600" b="0" dirty="0"/>
          </a:p>
          <a:p>
            <a:pPr marL="0" indent="0">
              <a:buNone/>
            </a:pPr>
            <a:endParaRPr lang="de-CH" sz="1600" b="0" dirty="0"/>
          </a:p>
        </p:txBody>
      </p:sp>
      <p:pic>
        <p:nvPicPr>
          <p:cNvPr id="3" name="Grafik 2"/>
          <p:cNvPicPr>
            <a:picLocks noChangeAspect="1"/>
          </p:cNvPicPr>
          <p:nvPr/>
        </p:nvPicPr>
        <p:blipFill>
          <a:blip r:embed="rId3"/>
          <a:stretch>
            <a:fillRect/>
          </a:stretch>
        </p:blipFill>
        <p:spPr>
          <a:xfrm>
            <a:off x="443516" y="1520809"/>
            <a:ext cx="2238095" cy="4523809"/>
          </a:xfrm>
          <a:prstGeom prst="rect">
            <a:avLst/>
          </a:prstGeom>
        </p:spPr>
      </p:pic>
    </p:spTree>
    <p:extLst>
      <p:ext uri="{BB962C8B-B14F-4D97-AF65-F5344CB8AC3E}">
        <p14:creationId xmlns:p14="http://schemas.microsoft.com/office/powerpoint/2010/main" val="31000284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smtClean="0"/>
              <a:t>Components in ISO OSI Modell</a:t>
            </a:r>
            <a:endParaRPr lang="en-US" dirty="0"/>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37</a:t>
            </a:fld>
            <a:endParaRPr lang="en-US" altLang="de-DE"/>
          </a:p>
        </p:txBody>
      </p:sp>
      <p:sp>
        <p:nvSpPr>
          <p:cNvPr id="11" name="Inhaltsplatzhalter 2"/>
          <p:cNvSpPr>
            <a:spLocks noGrp="1"/>
          </p:cNvSpPr>
          <p:nvPr>
            <p:ph idx="1"/>
          </p:nvPr>
        </p:nvSpPr>
        <p:spPr>
          <a:xfrm>
            <a:off x="2727616" y="669850"/>
            <a:ext cx="6927927" cy="5616624"/>
          </a:xfrm>
        </p:spPr>
        <p:txBody>
          <a:bodyPr/>
          <a:lstStyle/>
          <a:p>
            <a:pPr marL="0" indent="0">
              <a:buNone/>
            </a:pPr>
            <a:endParaRPr lang="en-US" dirty="0" smtClean="0"/>
          </a:p>
          <a:p>
            <a:pPr marL="0" indent="0">
              <a:buNone/>
            </a:pPr>
            <a:endParaRPr lang="en-US" dirty="0"/>
          </a:p>
          <a:p>
            <a:pPr marL="0" indent="0">
              <a:buNone/>
            </a:pPr>
            <a:endParaRPr lang="en-US" dirty="0"/>
          </a:p>
          <a:p>
            <a:pPr marL="0" indent="0">
              <a:buNone/>
            </a:pPr>
            <a:r>
              <a:rPr lang="en-US" dirty="0" smtClean="0"/>
              <a:t>Application / Presentation / Session / Transport layer – </a:t>
            </a:r>
            <a:r>
              <a:rPr lang="en-US" b="0" dirty="0" smtClean="0"/>
              <a:t>Gateway</a:t>
            </a:r>
            <a:r>
              <a:rPr lang="de-CH" b="0" dirty="0" smtClean="0"/>
              <a:t>, </a:t>
            </a:r>
            <a:r>
              <a:rPr lang="en-US" b="0" dirty="0" smtClean="0"/>
              <a:t>Content-Switch</a:t>
            </a:r>
            <a:r>
              <a:rPr lang="de-CH" b="0" dirty="0" smtClean="0"/>
              <a:t>, </a:t>
            </a:r>
            <a:r>
              <a:rPr lang="en-US" b="0" dirty="0" smtClean="0"/>
              <a:t>Proxy</a:t>
            </a:r>
            <a:r>
              <a:rPr lang="de-CH" b="0" dirty="0" smtClean="0"/>
              <a:t>, </a:t>
            </a:r>
            <a:r>
              <a:rPr lang="en-US" b="0" dirty="0" smtClean="0"/>
              <a:t>Layer 4-7-Switch</a:t>
            </a:r>
            <a:endParaRPr lang="en-US" b="0" dirty="0"/>
          </a:p>
          <a:p>
            <a:pPr marL="0" indent="0">
              <a:buNone/>
            </a:pPr>
            <a:endParaRPr lang="en-US" dirty="0" smtClean="0"/>
          </a:p>
          <a:p>
            <a:pPr marL="0" indent="0">
              <a:buNone/>
            </a:pPr>
            <a:endParaRPr lang="en-US" dirty="0"/>
          </a:p>
          <a:p>
            <a:pPr marL="0" indent="0">
              <a:buNone/>
            </a:pPr>
            <a:r>
              <a:rPr lang="en-US" dirty="0" smtClean="0"/>
              <a:t>Network layer – </a:t>
            </a:r>
          </a:p>
          <a:p>
            <a:pPr marL="0" indent="0">
              <a:buNone/>
            </a:pPr>
            <a:r>
              <a:rPr lang="en-US" b="0" dirty="0" smtClean="0"/>
              <a:t>Router, Layer-3-Switch</a:t>
            </a:r>
          </a:p>
          <a:p>
            <a:pPr marL="0" indent="0">
              <a:buNone/>
            </a:pPr>
            <a:endParaRPr lang="en-US" sz="1600" b="0" dirty="0" smtClean="0"/>
          </a:p>
          <a:p>
            <a:pPr marL="0" indent="0">
              <a:buNone/>
            </a:pPr>
            <a:endParaRPr lang="en-US" sz="400" dirty="0" smtClean="0"/>
          </a:p>
          <a:p>
            <a:pPr marL="0" indent="0">
              <a:buNone/>
            </a:pPr>
            <a:r>
              <a:rPr lang="en-US" dirty="0" smtClean="0"/>
              <a:t>Data Link layer –</a:t>
            </a:r>
          </a:p>
          <a:p>
            <a:pPr marL="0" indent="0">
              <a:buNone/>
            </a:pPr>
            <a:r>
              <a:rPr lang="en-US" b="0" dirty="0" smtClean="0"/>
              <a:t>Bridge, Layer-2-Switch, Access Point</a:t>
            </a:r>
          </a:p>
          <a:p>
            <a:pPr marL="0" indent="0">
              <a:buNone/>
            </a:pPr>
            <a:endParaRPr lang="en-US" b="0" dirty="0" smtClean="0"/>
          </a:p>
          <a:p>
            <a:pPr marL="0" indent="0">
              <a:buNone/>
            </a:pPr>
            <a:endParaRPr lang="en-US" sz="400" b="0" dirty="0" smtClean="0"/>
          </a:p>
          <a:p>
            <a:pPr marL="0" indent="0">
              <a:buNone/>
            </a:pPr>
            <a:r>
              <a:rPr lang="en-US" dirty="0" smtClean="0"/>
              <a:t>Physical layer </a:t>
            </a:r>
            <a:r>
              <a:rPr lang="en-US" dirty="0"/>
              <a:t>– </a:t>
            </a:r>
            <a:endParaRPr lang="en-US" dirty="0" smtClean="0"/>
          </a:p>
          <a:p>
            <a:pPr marL="0" indent="0">
              <a:buNone/>
            </a:pPr>
            <a:r>
              <a:rPr lang="en-US" b="0" dirty="0"/>
              <a:t>network </a:t>
            </a:r>
            <a:r>
              <a:rPr lang="en-US" b="0" dirty="0" smtClean="0"/>
              <a:t>cable, Repeater, Hub</a:t>
            </a:r>
            <a:endParaRPr lang="de-CH" sz="1600" b="0" dirty="0"/>
          </a:p>
        </p:txBody>
      </p:sp>
      <p:pic>
        <p:nvPicPr>
          <p:cNvPr id="3" name="Grafik 2"/>
          <p:cNvPicPr>
            <a:picLocks noChangeAspect="1"/>
          </p:cNvPicPr>
          <p:nvPr/>
        </p:nvPicPr>
        <p:blipFill>
          <a:blip r:embed="rId3"/>
          <a:stretch>
            <a:fillRect/>
          </a:stretch>
        </p:blipFill>
        <p:spPr>
          <a:xfrm>
            <a:off x="474663" y="1517609"/>
            <a:ext cx="2238095" cy="4523809"/>
          </a:xfrm>
          <a:prstGeom prst="rect">
            <a:avLst/>
          </a:prstGeom>
        </p:spPr>
      </p:pic>
    </p:spTree>
    <p:extLst>
      <p:ext uri="{BB962C8B-B14F-4D97-AF65-F5344CB8AC3E}">
        <p14:creationId xmlns:p14="http://schemas.microsoft.com/office/powerpoint/2010/main" val="129315608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smtClean="0"/>
              <a:t>Data Transmission</a:t>
            </a:r>
            <a:endParaRPr lang="en-US" dirty="0"/>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38</a:t>
            </a:fld>
            <a:endParaRPr lang="en-US" altLang="de-DE"/>
          </a:p>
        </p:txBody>
      </p:sp>
      <p:pic>
        <p:nvPicPr>
          <p:cNvPr id="3" name="Grafik 2"/>
          <p:cNvPicPr>
            <a:picLocks noChangeAspect="1"/>
          </p:cNvPicPr>
          <p:nvPr/>
        </p:nvPicPr>
        <p:blipFill>
          <a:blip r:embed="rId2"/>
          <a:stretch>
            <a:fillRect/>
          </a:stretch>
        </p:blipFill>
        <p:spPr>
          <a:xfrm>
            <a:off x="656662" y="1547589"/>
            <a:ext cx="7209524" cy="4933333"/>
          </a:xfrm>
          <a:prstGeom prst="rect">
            <a:avLst/>
          </a:prstGeom>
        </p:spPr>
      </p:pic>
    </p:spTree>
    <p:extLst>
      <p:ext uri="{BB962C8B-B14F-4D97-AF65-F5344CB8AC3E}">
        <p14:creationId xmlns:p14="http://schemas.microsoft.com/office/powerpoint/2010/main" val="84306053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CH" noProof="0" dirty="0" err="1" smtClean="0"/>
              <a:t>Recap</a:t>
            </a:r>
            <a:endParaRPr lang="de-CH" noProof="0" dirty="0"/>
          </a:p>
        </p:txBody>
      </p:sp>
      <p:sp>
        <p:nvSpPr>
          <p:cNvPr id="3" name="Inhaltsplatzhalter 2"/>
          <p:cNvSpPr>
            <a:spLocks noGrp="1"/>
          </p:cNvSpPr>
          <p:nvPr>
            <p:ph idx="1"/>
          </p:nvPr>
        </p:nvSpPr>
        <p:spPr>
          <a:xfrm>
            <a:off x="485775" y="2038350"/>
            <a:ext cx="9529763" cy="3757711"/>
          </a:xfrm>
        </p:spPr>
        <p:txBody>
          <a:bodyPr/>
          <a:lstStyle/>
          <a:p>
            <a:pPr marL="0" indent="0">
              <a:buNone/>
            </a:pPr>
            <a:r>
              <a:rPr lang="en-US" i="1" dirty="0" smtClean="0"/>
              <a:t>Useful </a:t>
            </a:r>
            <a:r>
              <a:rPr lang="en-US" i="1" dirty="0"/>
              <a:t>links to recap at home</a:t>
            </a:r>
            <a:r>
              <a:rPr lang="en-US" i="1" dirty="0" smtClean="0"/>
              <a:t>:</a:t>
            </a:r>
            <a:endParaRPr lang="de-CH" i="1" noProof="0" dirty="0" smtClean="0">
              <a:solidFill>
                <a:srgbClr val="000000"/>
              </a:solidFill>
              <a:hlinkClick r:id="rId2"/>
            </a:endParaRPr>
          </a:p>
          <a:p>
            <a:pPr marL="0" indent="0">
              <a:buNone/>
            </a:pPr>
            <a:r>
              <a:rPr lang="de-CH" dirty="0">
                <a:hlinkClick r:id="rId3"/>
              </a:rPr>
              <a:t>https://</a:t>
            </a:r>
            <a:r>
              <a:rPr lang="de-CH" dirty="0" smtClean="0">
                <a:hlinkClick r:id="rId3"/>
              </a:rPr>
              <a:t>www.youtube.com/watch?v=HAVcXPI7oUY</a:t>
            </a:r>
            <a:r>
              <a:rPr lang="de-CH" dirty="0" smtClean="0"/>
              <a:t> </a:t>
            </a:r>
            <a:r>
              <a:rPr lang="de-CH" i="1" dirty="0" smtClean="0">
                <a:solidFill>
                  <a:srgbClr val="000000"/>
                </a:solidFill>
              </a:rPr>
              <a:t>(47’02</a:t>
            </a:r>
            <a:r>
              <a:rPr lang="de-CH" i="1" noProof="0" dirty="0" smtClean="0">
                <a:solidFill>
                  <a:srgbClr val="000000"/>
                </a:solidFill>
              </a:rPr>
              <a:t>’’)</a:t>
            </a:r>
          </a:p>
          <a:p>
            <a:pPr marL="0" indent="0">
              <a:buNone/>
            </a:pPr>
            <a:endParaRPr lang="de-CH" dirty="0"/>
          </a:p>
        </p:txBody>
      </p:sp>
      <p:sp>
        <p:nvSpPr>
          <p:cNvPr id="4" name="Datumsplatzhalter 3"/>
          <p:cNvSpPr>
            <a:spLocks noGrp="1"/>
          </p:cNvSpPr>
          <p:nvPr>
            <p:ph type="dt" sz="half" idx="10"/>
          </p:nvPr>
        </p:nvSpPr>
        <p:spPr/>
        <p:txBody>
          <a:bodyPr/>
          <a:lstStyle/>
          <a:p>
            <a:r>
              <a:rPr lang="en-US" altLang="de-DE" dirty="0" smtClean="0"/>
              <a:t>2019</a:t>
            </a:r>
            <a:endParaRPr lang="en-US" altLang="de-DE" dirty="0"/>
          </a:p>
        </p:txBody>
      </p:sp>
      <p:sp>
        <p:nvSpPr>
          <p:cNvPr id="5" name="Fußzeilenplatzhalter 4"/>
          <p:cNvSpPr>
            <a:spLocks noGrp="1"/>
          </p:cNvSpPr>
          <p:nvPr>
            <p:ph type="ftr" sz="quarter" idx="11"/>
          </p:nvPr>
        </p:nvSpPr>
        <p:spPr/>
        <p:txBody>
          <a:bodyPr/>
          <a:lstStyle/>
          <a:p>
            <a:r>
              <a:rPr lang="en-US" altLang="de-DE" dirty="0" smtClean="0"/>
              <a:t>Bus Basics B1 - IT Basics</a:t>
            </a:r>
            <a:endParaRPr lang="en-US" altLang="de-DE" dirty="0"/>
          </a:p>
        </p:txBody>
      </p:sp>
      <p:sp>
        <p:nvSpPr>
          <p:cNvPr id="6" name="Foliennummernplatzhalter 5"/>
          <p:cNvSpPr>
            <a:spLocks noGrp="1"/>
          </p:cNvSpPr>
          <p:nvPr>
            <p:ph type="sldNum" sz="quarter" idx="12"/>
          </p:nvPr>
        </p:nvSpPr>
        <p:spPr/>
        <p:txBody>
          <a:bodyPr/>
          <a:lstStyle/>
          <a:p>
            <a:fld id="{82622E35-BF26-453E-B2A7-6B28F7C4D543}" type="slidenum">
              <a:rPr lang="en-US" altLang="de-DE" smtClean="0"/>
              <a:pPr/>
              <a:t>39</a:t>
            </a:fld>
            <a:endParaRPr lang="en-US" altLang="de-DE"/>
          </a:p>
        </p:txBody>
      </p:sp>
    </p:spTree>
    <p:extLst>
      <p:ext uri="{BB962C8B-B14F-4D97-AF65-F5344CB8AC3E}">
        <p14:creationId xmlns:p14="http://schemas.microsoft.com/office/powerpoint/2010/main" val="337621887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pmtips.net/wp-content/uploads/2011/12/question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33738" y="1907629"/>
            <a:ext cx="2857500"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7786673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hteck 13"/>
          <p:cNvSpPr/>
          <p:nvPr/>
        </p:nvSpPr>
        <p:spPr bwMode="auto">
          <a:xfrm>
            <a:off x="0" y="6444133"/>
            <a:ext cx="10691813" cy="1115542"/>
          </a:xfrm>
          <a:prstGeom prst="rect">
            <a:avLst/>
          </a:prstGeom>
          <a:solidFill>
            <a:schemeClr val="bg1"/>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dirty="0" smtClean="0">
              <a:ln>
                <a:noFill/>
              </a:ln>
              <a:solidFill>
                <a:schemeClr val="tx1"/>
              </a:solidFill>
              <a:effectLst/>
              <a:latin typeface="Arial" charset="0"/>
            </a:endParaRPr>
          </a:p>
        </p:txBody>
      </p:sp>
      <p:sp>
        <p:nvSpPr>
          <p:cNvPr id="8" name="Textfeld 1"/>
          <p:cNvSpPr txBox="1">
            <a:spLocks noChangeArrowheads="1"/>
          </p:cNvSpPr>
          <p:nvPr/>
        </p:nvSpPr>
        <p:spPr bwMode="auto">
          <a:xfrm>
            <a:off x="665386" y="3419797"/>
            <a:ext cx="936104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cs typeface="Arial" charset="0"/>
              </a:defRPr>
            </a:lvl1pPr>
            <a:lvl2pPr marL="742950" indent="-285750" eaLnBrk="0" hangingPunct="0">
              <a:defRPr sz="2400">
                <a:solidFill>
                  <a:schemeClr val="tx1"/>
                </a:solidFill>
                <a:latin typeface="Arial" charset="0"/>
                <a:cs typeface="Arial" charset="0"/>
              </a:defRPr>
            </a:lvl2pPr>
            <a:lvl3pPr marL="1143000" indent="-228600" eaLnBrk="0" hangingPunct="0">
              <a:defRPr sz="2400">
                <a:solidFill>
                  <a:schemeClr val="tx1"/>
                </a:solidFill>
                <a:latin typeface="Arial" charset="0"/>
                <a:cs typeface="Arial" charset="0"/>
              </a:defRPr>
            </a:lvl3pPr>
            <a:lvl4pPr marL="1600200" indent="-228600" eaLnBrk="0" hangingPunct="0">
              <a:defRPr sz="2400">
                <a:solidFill>
                  <a:schemeClr val="tx1"/>
                </a:solidFill>
                <a:latin typeface="Arial" charset="0"/>
                <a:cs typeface="Arial" charset="0"/>
              </a:defRPr>
            </a:lvl4pPr>
            <a:lvl5pPr marL="2057400" indent="-228600" eaLnBrk="0" hangingPunct="0">
              <a:defRPr sz="2400">
                <a:solidFill>
                  <a:schemeClr val="tx1"/>
                </a:solidFill>
                <a:latin typeface="Arial" charset="0"/>
                <a:cs typeface="Arial" charset="0"/>
              </a:defRPr>
            </a:lvl5pPr>
            <a:lvl6pPr marL="2514600" indent="-228600" eaLnBrk="0" fontAlgn="base" hangingPunct="0">
              <a:spcBef>
                <a:spcPct val="0"/>
              </a:spcBef>
              <a:spcAft>
                <a:spcPct val="0"/>
              </a:spcAft>
              <a:defRPr sz="2400">
                <a:solidFill>
                  <a:schemeClr val="tx1"/>
                </a:solidFill>
                <a:latin typeface="Arial" charset="0"/>
                <a:cs typeface="Arial" charset="0"/>
              </a:defRPr>
            </a:lvl6pPr>
            <a:lvl7pPr marL="2971800" indent="-228600" eaLnBrk="0" fontAlgn="base" hangingPunct="0">
              <a:spcBef>
                <a:spcPct val="0"/>
              </a:spcBef>
              <a:spcAft>
                <a:spcPct val="0"/>
              </a:spcAft>
              <a:defRPr sz="2400">
                <a:solidFill>
                  <a:schemeClr val="tx1"/>
                </a:solidFill>
                <a:latin typeface="Arial" charset="0"/>
                <a:cs typeface="Arial" charset="0"/>
              </a:defRPr>
            </a:lvl7pPr>
            <a:lvl8pPr marL="3429000" indent="-228600" eaLnBrk="0" fontAlgn="base" hangingPunct="0">
              <a:spcBef>
                <a:spcPct val="0"/>
              </a:spcBef>
              <a:spcAft>
                <a:spcPct val="0"/>
              </a:spcAft>
              <a:defRPr sz="2400">
                <a:solidFill>
                  <a:schemeClr val="tx1"/>
                </a:solidFill>
                <a:latin typeface="Arial" charset="0"/>
                <a:cs typeface="Arial" charset="0"/>
              </a:defRPr>
            </a:lvl8pPr>
            <a:lvl9pPr marL="3886200" indent="-228600" eaLnBrk="0" fontAlgn="base" hangingPunct="0">
              <a:spcBef>
                <a:spcPct val="0"/>
              </a:spcBef>
              <a:spcAft>
                <a:spcPct val="0"/>
              </a:spcAft>
              <a:defRPr sz="2400">
                <a:solidFill>
                  <a:schemeClr val="tx1"/>
                </a:solidFill>
                <a:latin typeface="Arial" charset="0"/>
                <a:cs typeface="Arial" charset="0"/>
              </a:defRPr>
            </a:lvl9pPr>
          </a:lstStyle>
          <a:p>
            <a:pPr algn="ctr" eaLnBrk="1" hangingPunct="1"/>
            <a:r>
              <a:rPr lang="en-GB" sz="5000" b="1" dirty="0" smtClean="0"/>
              <a:t>Thank you for your attention</a:t>
            </a:r>
            <a:endParaRPr lang="en-GB" sz="5000" b="1" dirty="0"/>
          </a:p>
        </p:txBody>
      </p:sp>
      <p:sp>
        <p:nvSpPr>
          <p:cNvPr id="2" name="Foliennummernplatzhalter 1"/>
          <p:cNvSpPr>
            <a:spLocks noGrp="1"/>
          </p:cNvSpPr>
          <p:nvPr>
            <p:ph type="sldNum" sz="quarter" idx="12"/>
          </p:nvPr>
        </p:nvSpPr>
        <p:spPr/>
        <p:txBody>
          <a:bodyPr/>
          <a:lstStyle/>
          <a:p>
            <a:fld id="{57E04CEB-DBBE-4A12-B441-822CF6D7B6A3}" type="slidenum">
              <a:rPr lang="en-GB" smtClean="0"/>
              <a:pPr/>
              <a:t>41</a:t>
            </a:fld>
            <a:endParaRPr lang="en-GB" dirty="0"/>
          </a:p>
        </p:txBody>
      </p:sp>
      <p:sp>
        <p:nvSpPr>
          <p:cNvPr id="9" name="Datumsplatzhalter 4"/>
          <p:cNvSpPr>
            <a:spLocks noGrp="1"/>
          </p:cNvSpPr>
          <p:nvPr>
            <p:ph type="dt" sz="half" idx="10"/>
          </p:nvPr>
        </p:nvSpPr>
        <p:spPr>
          <a:xfrm>
            <a:off x="4221163" y="7116763"/>
            <a:ext cx="2227262" cy="501650"/>
          </a:xfrm>
        </p:spPr>
        <p:txBody>
          <a:bodyPr/>
          <a:lstStyle/>
          <a:p>
            <a:pPr>
              <a:defRPr/>
            </a:pPr>
            <a:r>
              <a:rPr lang="de-DE" dirty="0" smtClean="0"/>
              <a:t>2019</a:t>
            </a:r>
            <a:endParaRPr lang="de-CH" dirty="0"/>
          </a:p>
        </p:txBody>
      </p:sp>
      <p:sp>
        <p:nvSpPr>
          <p:cNvPr id="10" name="Fußzeilenplatzhalter 5"/>
          <p:cNvSpPr>
            <a:spLocks noGrp="1"/>
          </p:cNvSpPr>
          <p:nvPr>
            <p:ph type="ftr" sz="quarter" idx="11"/>
          </p:nvPr>
        </p:nvSpPr>
        <p:spPr>
          <a:xfrm>
            <a:off x="474663" y="7116763"/>
            <a:ext cx="3386137" cy="501650"/>
          </a:xfrm>
        </p:spPr>
        <p:txBody>
          <a:bodyPr/>
          <a:lstStyle/>
          <a:p>
            <a:pPr>
              <a:defRPr/>
            </a:pPr>
            <a:r>
              <a:rPr lang="en-US" dirty="0" err="1" smtClean="0"/>
              <a:t>Systemanwendungen</a:t>
            </a:r>
            <a:r>
              <a:rPr lang="en-US" dirty="0" smtClean="0"/>
              <a:t> Europa</a:t>
            </a:r>
            <a:endParaRPr lang="de-CH" dirty="0"/>
          </a:p>
        </p:txBody>
      </p:sp>
    </p:spTree>
    <p:extLst>
      <p:ext uri="{BB962C8B-B14F-4D97-AF65-F5344CB8AC3E}">
        <p14:creationId xmlns:p14="http://schemas.microsoft.com/office/powerpoint/2010/main" val="34184107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SHAPETYPE" val="Logo"/>
</p:tagLst>
</file>

<file path=ppt/tags/tag2.xml><?xml version="1.0" encoding="utf-8"?>
<p:tagLst xmlns:a="http://schemas.openxmlformats.org/drawingml/2006/main" xmlns:r="http://schemas.openxmlformats.org/officeDocument/2006/relationships" xmlns:p="http://schemas.openxmlformats.org/presentationml/2006/main">
  <p:tag name="SHAPETYPE" val="Classification"/>
</p:tagLst>
</file>

<file path=ppt/tags/tag3.xml><?xml version="1.0" encoding="utf-8"?>
<p:tagLst xmlns:a="http://schemas.openxmlformats.org/drawingml/2006/main" xmlns:r="http://schemas.openxmlformats.org/officeDocument/2006/relationships" xmlns:p="http://schemas.openxmlformats.org/presentationml/2006/main">
  <p:tag name="SHAPETYPE" val="Status"/>
</p:tagLst>
</file>

<file path=ppt/theme/theme1.xml><?xml version="1.0" encoding="utf-8"?>
<a:theme xmlns:a="http://schemas.openxmlformats.org/drawingml/2006/main" name="Belimo Presentation CD2010_en">
  <a:themeElements>
    <a:clrScheme name="Lariss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CH" altLang="de-DE"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CH" altLang="de-DE" sz="2400" b="0" i="0" u="none" strike="noStrike" cap="none" normalizeH="0" baseline="0" smtClean="0">
            <a:ln>
              <a:noFill/>
            </a:ln>
            <a:solidFill>
              <a:schemeClr val="tx1"/>
            </a:solidFill>
            <a:effectLst/>
            <a:latin typeface="Arial" charset="0"/>
          </a:defRPr>
        </a:defPPr>
      </a:lstStyle>
    </a:lnDef>
  </a:objectDefaults>
  <a:extraClrSchemeLst>
    <a:extraClrScheme>
      <a:clrScheme name="Lariss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Larissa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Larissa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Larissa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Larissa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Larissa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Larissa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Larissa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Larissa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Larissa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Larissa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Larissa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Larissa">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Belimo">
    <a:dk1>
      <a:srgbClr val="000000"/>
    </a:dk1>
    <a:lt1>
      <a:srgbClr val="FFFFFF"/>
    </a:lt1>
    <a:dk2>
      <a:srgbClr val="C4C4C4"/>
    </a:dk2>
    <a:lt2>
      <a:srgbClr val="FF6600"/>
    </a:lt2>
    <a:accent1>
      <a:srgbClr val="787878"/>
    </a:accent1>
    <a:accent2>
      <a:srgbClr val="C4C4C4"/>
    </a:accent2>
    <a:accent3>
      <a:srgbClr val="437FA3"/>
    </a:accent3>
    <a:accent4>
      <a:srgbClr val="BBDEF0"/>
    </a:accent4>
    <a:accent5>
      <a:srgbClr val="6B2A5E"/>
    </a:accent5>
    <a:accent6>
      <a:srgbClr val="B063A0"/>
    </a:accent6>
    <a:hlink>
      <a:srgbClr val="000000"/>
    </a:hlink>
    <a:folHlink>
      <a:srgbClr val="C4C4C4"/>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2DE80B2AA239B8498F8C40C2DC4633EE" ma:contentTypeVersion="11" ma:contentTypeDescription="Ein neues Dokument erstellen." ma:contentTypeScope="" ma:versionID="66410baba4bbf9eee3648f6c3f73b67c">
  <xsd:schema xmlns:xsd="http://www.w3.org/2001/XMLSchema" xmlns:xs="http://www.w3.org/2001/XMLSchema" xmlns:p="http://schemas.microsoft.com/office/2006/metadata/properties" xmlns:ns2="f96aa2d0-cd7f-4655-84c2-9d0c20ea0d26" xmlns:ns3="49600842-2569-4614-9b46-18c9378b41bb" targetNamespace="http://schemas.microsoft.com/office/2006/metadata/properties" ma:root="true" ma:fieldsID="6232b6cf3742cb180e123c7197e00986" ns2:_="" ns3:_="">
    <xsd:import namespace="f96aa2d0-cd7f-4655-84c2-9d0c20ea0d26"/>
    <xsd:import namespace="49600842-2569-4614-9b46-18c9378b41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96aa2d0-cd7f-4655-84c2-9d0c20ea0d2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Bildmarkierungen" ma:readOnly="false" ma:fieldId="{5cf76f15-5ced-4ddc-b409-7134ff3c332f}" ma:taxonomyMulti="true" ma:sspId="6eef0083-667e-4374-ac25-8a5cf9d057cd"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9600842-2569-4614-9b46-18c9378b41bb"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d4c79c40-6216-4d94-9ee9-c884dd6a0a4f}" ma:internalName="TaxCatchAll" ma:showField="CatchAllData" ma:web="49600842-2569-4614-9b46-18c9378b41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49600842-2569-4614-9b46-18c9378b41bb" xsi:nil="true"/>
    <lcf76f155ced4ddcb4097134ff3c332f xmlns="f96aa2d0-cd7f-4655-84c2-9d0c20ea0d2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3A609D1-160B-4585-90E4-A84B83FF29BB}"/>
</file>

<file path=customXml/itemProps2.xml><?xml version="1.0" encoding="utf-8"?>
<ds:datastoreItem xmlns:ds="http://schemas.openxmlformats.org/officeDocument/2006/customXml" ds:itemID="{E83D9B3B-24A4-4AB1-83E7-5B570FCE2007}"/>
</file>

<file path=customXml/itemProps3.xml><?xml version="1.0" encoding="utf-8"?>
<ds:datastoreItem xmlns:ds="http://schemas.openxmlformats.org/officeDocument/2006/customXml" ds:itemID="{38577030-82B9-4961-9D06-F324915C6642}"/>
</file>

<file path=docProps/app.xml><?xml version="1.0" encoding="utf-8"?>
<Properties xmlns="http://schemas.openxmlformats.org/officeDocument/2006/extended-properties" xmlns:vt="http://schemas.openxmlformats.org/officeDocument/2006/docPropsVTypes">
  <Template>Belimo Presentation CD2010_en</Template>
  <TotalTime>0</TotalTime>
  <Words>4712</Words>
  <Application>Microsoft Office PowerPoint</Application>
  <PresentationFormat>Benutzerdefiniert</PresentationFormat>
  <Paragraphs>418</Paragraphs>
  <Slides>41</Slides>
  <Notes>29</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41</vt:i4>
      </vt:variant>
    </vt:vector>
  </HeadingPairs>
  <TitlesOfParts>
    <vt:vector size="44" baseType="lpstr">
      <vt:lpstr>Arial</vt:lpstr>
      <vt:lpstr>Wingdings</vt:lpstr>
      <vt:lpstr>Belimo Presentation CD2010_en</vt:lpstr>
      <vt:lpstr>IT Basics </vt:lpstr>
      <vt:lpstr>General</vt:lpstr>
      <vt:lpstr>What is a network</vt:lpstr>
      <vt:lpstr>Network infrastructures</vt:lpstr>
      <vt:lpstr>PowerPoint-Präsentation</vt:lpstr>
      <vt:lpstr>MAC-Address</vt:lpstr>
      <vt:lpstr>IP-Address (IPv4)</vt:lpstr>
      <vt:lpstr>IP address structure (IPv4)</vt:lpstr>
      <vt:lpstr>MAC-, IP-Adresse &amp; Subnet mask</vt:lpstr>
      <vt:lpstr>MAC-, IP-Adresse &amp; Subnet mask</vt:lpstr>
      <vt:lpstr>Port</vt:lpstr>
      <vt:lpstr>Recap</vt:lpstr>
      <vt:lpstr>Network Components</vt:lpstr>
      <vt:lpstr>Client and Server</vt:lpstr>
      <vt:lpstr>Peer to Peer</vt:lpstr>
      <vt:lpstr>Hub (out of date)</vt:lpstr>
      <vt:lpstr>Switch</vt:lpstr>
      <vt:lpstr>Wi-Fi Access Point</vt:lpstr>
      <vt:lpstr>Router</vt:lpstr>
      <vt:lpstr>Network settings</vt:lpstr>
      <vt:lpstr>Internet Service Provider (ISP)</vt:lpstr>
      <vt:lpstr>Internet</vt:lpstr>
      <vt:lpstr>Internet</vt:lpstr>
      <vt:lpstr>Öffentliche IP-Adresse (IPv4)</vt:lpstr>
      <vt:lpstr>PowerPoint-Präsentation</vt:lpstr>
      <vt:lpstr>Modem</vt:lpstr>
      <vt:lpstr>Modem</vt:lpstr>
      <vt:lpstr>Firewall</vt:lpstr>
      <vt:lpstr>Integrated Access Device (IAD)</vt:lpstr>
      <vt:lpstr>DNS</vt:lpstr>
      <vt:lpstr>DNS - Local</vt:lpstr>
      <vt:lpstr>Recap</vt:lpstr>
      <vt:lpstr>PowerPoint-Präsentation</vt:lpstr>
      <vt:lpstr>Network Models</vt:lpstr>
      <vt:lpstr>TCP/IP Model</vt:lpstr>
      <vt:lpstr>ISO OSI Model</vt:lpstr>
      <vt:lpstr>Components in ISO OSI Modell</vt:lpstr>
      <vt:lpstr>Data Transmission</vt:lpstr>
      <vt:lpstr>Recap</vt:lpstr>
      <vt:lpstr>PowerPoint-Präsentation</vt:lpstr>
      <vt:lpstr>PowerPoint-Präsentation</vt:lpstr>
    </vt:vector>
  </TitlesOfParts>
  <Company>BELIMO Automation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Support IoT devices EU</dc:title>
  <dc:creator>Ott Benjamin</dc:creator>
  <cp:lastModifiedBy>Ott Benjamin</cp:lastModifiedBy>
  <cp:revision>200</cp:revision>
  <cp:lastPrinted>2002-01-17T10:32:08Z</cp:lastPrinted>
  <dcterms:created xsi:type="dcterms:W3CDTF">2016-12-07T14:53:42Z</dcterms:created>
  <dcterms:modified xsi:type="dcterms:W3CDTF">2019-11-21T10:27:37Z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0x0101002DE80B2AA239B8498F8C40C2DC4633EE</vt:lpwstr>
  </property>
  <property fmtid="{D5CDD505-2E9C-101B-9397-08002B2CF9AE}" pid="3" name="Order">
    <vt:r8>4500</vt:r8>
  </property>
  <property fmtid="{D5CDD505-2E9C-101B-9397-08002B2CF9AE}" pid="4" name="xd_Signature">
    <vt:bool>false</vt:bool>
  </property>
  <property fmtid="{D5CDD505-2E9C-101B-9397-08002B2CF9AE}" pid="5" name="xd_ProgID">
    <vt:lpwstr/>
  </property>
  <property fmtid="{D5CDD505-2E9C-101B-9397-08002B2CF9AE}" pid="6" name="_ExtendedDescription">
    <vt:lpwstr/>
  </property>
  <property fmtid="{D5CDD505-2E9C-101B-9397-08002B2CF9AE}" pid="7" name="TriggerFlowInfo">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ies>
</file>