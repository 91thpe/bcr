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8.xml" ContentType="application/vnd.openxmlformats-officedocument.presentationml.tags+xml"/>
  <Override PartName="/ppt/tags/tag12.xml" ContentType="application/vnd.openxmlformats-officedocument.presentationml.tags+xml"/>
  <Override PartName="/ppt/tags/tag9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1" r:id="rId2"/>
    <p:sldId id="256" r:id="rId3"/>
    <p:sldId id="257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58" r:id="rId14"/>
    <p:sldId id="263" r:id="rId15"/>
    <p:sldId id="259" r:id="rId16"/>
    <p:sldId id="260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32" autoAdjust="0"/>
  </p:normalViewPr>
  <p:slideViewPr>
    <p:cSldViewPr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emf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9FB5114-788F-43C5-8D05-A367A8D013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418" y="677466"/>
            <a:ext cx="9311517" cy="735310"/>
          </a:xfrm>
        </p:spPr>
        <p:txBody>
          <a:bodyPr/>
          <a:lstStyle>
            <a:lvl1pPr marL="0" indent="0">
              <a:lnSpc>
                <a:spcPts val="2900"/>
              </a:lnSpc>
              <a:buNone/>
              <a:defRPr sz="2700" b="1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FBF08-CC27-44F7-B5AB-BD3EC148142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  <p:sp>
        <p:nvSpPr>
          <p:cNvPr id="9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sv-SE"/>
              <a:t>Klicka här för att ändra mall för rubrikformat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428ED-8510-4AD4-A518-3035D91A916F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855" y="604801"/>
            <a:ext cx="1080000" cy="4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ett medieklipp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07A5F-B00B-4DE8-84B0-0DDBC1A982C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584" y="2093996"/>
            <a:ext cx="5400000" cy="212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Anlass</a:t>
            </a:r>
            <a:r>
              <a:rPr lang="en-US" dirty="0"/>
              <a:t>, Datum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7B06F2F6-E945-43FC-BABC-9B8B9FFB33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BDE26-663A-4DD0-8702-8BAC89EE122A}"/>
              </a:ext>
            </a:extLst>
          </p:cNvPr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772" y="604486"/>
            <a:ext cx="1080000" cy="424744"/>
          </a:xfrm>
          <a:prstGeom prst="rect">
            <a:avLst/>
          </a:prstGeom>
        </p:spPr>
      </p:pic>
      <p:sp>
        <p:nvSpPr>
          <p:cNvPr id="8" name="Classification" hidden="1"/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de-CH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1" r:id="rId3"/>
    <p:sldLayoutId id="2147483682" r:id="rId4"/>
    <p:sldLayoutId id="2147483662" r:id="rId5"/>
    <p:sldLayoutId id="2147483664" r:id="rId6"/>
    <p:sldLayoutId id="2147483678" r:id="rId7"/>
    <p:sldLayoutId id="2147483679" r:id="rId8"/>
    <p:sldLayoutId id="2147483675" r:id="rId9"/>
    <p:sldLayoutId id="2147483676" r:id="rId10"/>
    <p:sldLayoutId id="2147483677" r:id="rId11"/>
    <p:sldLayoutId id="2147483668" r:id="rId12"/>
    <p:sldLayoutId id="2147483669" r:id="rId13"/>
    <p:sldLayoutId id="2147483670" r:id="rId14"/>
    <p:sldLayoutId id="2147483673" r:id="rId15"/>
    <p:sldLayoutId id="2147483672" r:id="rId16"/>
    <p:sldLayoutId id="2147483666" r:id="rId17"/>
    <p:sldLayoutId id="2147483667" r:id="rId18"/>
    <p:sldLayoutId id="2147483680" r:id="rId19"/>
    <p:sldLayoutId id="2147483674" r:id="rId20"/>
  </p:sldLayoutIdLst>
  <p:hf hd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1CA698-E98A-40AC-A385-1C351DAFA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3CE815A-D88D-43F4-9254-EE141FAAD2F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5600" b="1">
                <a:solidFill>
                  <a:schemeClr val="lt2"/>
                </a:solidFill>
              </a:rPr>
              <a:t>You </a:t>
            </a:r>
            <a:r>
              <a:rPr lang="en-GB" sz="5600" b="1" dirty="0">
                <a:solidFill>
                  <a:schemeClr val="lt2"/>
                </a:solidFill>
              </a:rPr>
              <a:t>are not connected yet.</a:t>
            </a:r>
          </a:p>
          <a:p>
            <a:endParaRPr lang="en-GB" b="1" dirty="0"/>
          </a:p>
          <a:p>
            <a:r>
              <a:rPr lang="en-GB" dirty="0"/>
              <a:t>Click </a:t>
            </a:r>
            <a:r>
              <a:rPr lang="en-GB" b="1" dirty="0"/>
              <a:t>«New Presentation»</a:t>
            </a:r>
            <a:r>
              <a:rPr lang="en-GB" dirty="0"/>
              <a:t> in the Belimo tab to connect.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18" y="3861048"/>
            <a:ext cx="10943696" cy="208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6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F6212406-A659-4E56-8050-51156CBD0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D920197-3537-40BB-8284-E5F7A47985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br>
              <a:rPr lang="en-GB" dirty="0"/>
            </a:br>
            <a:r>
              <a:rPr lang="en-GB" dirty="0"/>
              <a:t>Retrofit+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2E2458-1FD3-45DE-9AAB-DD00CF32D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Workshop Maj -24</a:t>
            </a:r>
          </a:p>
        </p:txBody>
      </p:sp>
    </p:spTree>
    <p:extLst>
      <p:ext uri="{BB962C8B-B14F-4D97-AF65-F5344CB8AC3E}">
        <p14:creationId xmlns:p14="http://schemas.microsoft.com/office/powerpoint/2010/main" val="424138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63C2BF-578C-49B5-8D9D-2F40164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1CA698-E98A-40AC-A385-1C351DAFA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ADA893-565F-49CD-8415-DD13FDBD0D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3CE815A-D88D-43F4-9254-EE141FAAD2F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GB" dirty="0"/>
              <a:t>Nya </a:t>
            </a:r>
            <a:r>
              <a:rPr lang="en-GB" dirty="0" err="1"/>
              <a:t>ställdonet</a:t>
            </a:r>
            <a:r>
              <a:rPr lang="en-GB" dirty="0"/>
              <a:t> JR</a:t>
            </a:r>
          </a:p>
          <a:p>
            <a:endParaRPr lang="en-GB" dirty="0"/>
          </a:p>
          <a:p>
            <a:pPr lvl="1"/>
            <a:r>
              <a:rPr lang="en-GB" dirty="0" err="1"/>
              <a:t>Säljstart</a:t>
            </a:r>
            <a:r>
              <a:rPr lang="en-GB" dirty="0"/>
              <a:t> 26/4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78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52B368-5EF7-7ADA-3F8E-B6DDE135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FF1C700C-7A9A-0DA6-0F28-5B8E24BE7E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AF74004-3CCB-B2F0-8C67-C081BBD612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F493C651-CC23-64E2-944D-54085C8F171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Workshop Retrofit+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Doctor Kit (</a:t>
            </a:r>
            <a:r>
              <a:rPr lang="en-US" dirty="0" err="1"/>
              <a:t>Aranet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Besäll</a:t>
            </a:r>
            <a:r>
              <a:rPr lang="en-US" dirty="0"/>
              <a:t> till Belimo Sverige via </a:t>
            </a:r>
            <a:r>
              <a:rPr lang="en-US" dirty="0" err="1"/>
              <a:t>Jörgen</a:t>
            </a:r>
            <a:r>
              <a:rPr lang="en-US" dirty="0"/>
              <a:t> Mass</a:t>
            </a:r>
          </a:p>
          <a:p>
            <a:pPr lvl="1"/>
            <a:endParaRPr lang="en-US" dirty="0"/>
          </a:p>
          <a:p>
            <a:r>
              <a:rPr lang="en-US" dirty="0"/>
              <a:t>Assessment tool (Energy Valve)</a:t>
            </a:r>
          </a:p>
          <a:p>
            <a:pPr lvl="1"/>
            <a:endParaRPr lang="en-US" dirty="0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47FC38C1-1B71-789D-A8F0-2153E8175CF7}"/>
              </a:ext>
            </a:extLst>
          </p:cNvPr>
          <p:cNvSpPr txBox="1"/>
          <p:nvPr/>
        </p:nvSpPr>
        <p:spPr>
          <a:xfrm>
            <a:off x="2821787" y="2205211"/>
            <a:ext cx="296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Mätning och övervakning</a:t>
            </a:r>
            <a:endParaRPr lang="en-US" b="1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37F4BE9D-A076-31E6-9C6A-E381627EC533}"/>
              </a:ext>
            </a:extLst>
          </p:cNvPr>
          <p:cNvSpPr txBox="1"/>
          <p:nvPr/>
        </p:nvSpPr>
        <p:spPr>
          <a:xfrm>
            <a:off x="2821787" y="2601428"/>
            <a:ext cx="278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Identifiera utgångsläget</a:t>
            </a:r>
            <a:endParaRPr lang="en-US" b="1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19271CC5-E998-B138-6ADA-A28227EC35CB}"/>
              </a:ext>
            </a:extLst>
          </p:cNvPr>
          <p:cNvSpPr txBox="1"/>
          <p:nvPr/>
        </p:nvSpPr>
        <p:spPr>
          <a:xfrm>
            <a:off x="2821787" y="3022647"/>
            <a:ext cx="1415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Optimering</a:t>
            </a:r>
            <a:endParaRPr lang="en-US" b="1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68B61F6C-51A5-D7CA-3761-B9D5804F334B}"/>
              </a:ext>
            </a:extLst>
          </p:cNvPr>
          <p:cNvSpPr txBox="1"/>
          <p:nvPr/>
        </p:nvSpPr>
        <p:spPr>
          <a:xfrm>
            <a:off x="2821787" y="3400817"/>
            <a:ext cx="214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b="1" dirty="0"/>
              <a:t>Energiåtervinning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512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70283CA-7D56-F589-A56F-78280F75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AAAB14F2-A031-5E4A-1125-3EBEA4A08A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9223E32-A0F1-52B0-9A09-5472A49917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9410AFE8-3F1D-D349-1D5C-0633C4C680E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VAV Training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ZoneEase</a:t>
            </a:r>
            <a:r>
              <a:rPr lang="en-US" dirty="0"/>
              <a:t> VAV</a:t>
            </a:r>
          </a:p>
        </p:txBody>
      </p:sp>
    </p:spTree>
    <p:extLst>
      <p:ext uri="{BB962C8B-B14F-4D97-AF65-F5344CB8AC3E}">
        <p14:creationId xmlns:p14="http://schemas.microsoft.com/office/powerpoint/2010/main" val="310569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E20A8CF-CBF3-37E5-4788-662333E8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EF3EE5B-8445-AF34-0065-0C7D02DD5C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C400C49-5412-540E-6E58-3637B9622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56067249-86BD-A7E3-13AF-FE3729ED177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Nya Fire &amp; Smoke</a:t>
            </a:r>
          </a:p>
          <a:p>
            <a:pPr lvl="1"/>
            <a:r>
              <a:rPr lang="en-US" dirty="0" err="1"/>
              <a:t>Kommunikativ</a:t>
            </a:r>
            <a:endParaRPr lang="en-US" dirty="0"/>
          </a:p>
          <a:p>
            <a:pPr lvl="1"/>
            <a:r>
              <a:rPr lang="en-US" dirty="0"/>
              <a:t>Ny BF – </a:t>
            </a:r>
            <a:r>
              <a:rPr lang="en-US" dirty="0" err="1"/>
              <a:t>gamla</a:t>
            </a:r>
            <a:r>
              <a:rPr lang="en-US" dirty="0"/>
              <a:t> </a:t>
            </a:r>
            <a:r>
              <a:rPr lang="en-US" dirty="0" err="1"/>
              <a:t>utgår</a:t>
            </a:r>
            <a:r>
              <a:rPr lang="en-US" dirty="0"/>
              <a:t>  (30 </a:t>
            </a:r>
            <a:r>
              <a:rPr lang="en-US" dirty="0" err="1"/>
              <a:t>år</a:t>
            </a:r>
            <a:r>
              <a:rPr lang="en-US" dirty="0"/>
              <a:t> </a:t>
            </a:r>
            <a:r>
              <a:rPr lang="en-US" dirty="0" err="1"/>
              <a:t>gammal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Lansering</a:t>
            </a:r>
            <a:r>
              <a:rPr lang="en-US" dirty="0"/>
              <a:t> </a:t>
            </a:r>
            <a:r>
              <a:rPr lang="en-US" dirty="0" err="1"/>
              <a:t>demoex</a:t>
            </a:r>
            <a:r>
              <a:rPr lang="en-US" dirty="0"/>
              <a:t> Q2 2025</a:t>
            </a:r>
          </a:p>
          <a:p>
            <a:pPr lvl="2"/>
            <a:r>
              <a:rPr lang="en-US" dirty="0" err="1"/>
              <a:t>Säljstart</a:t>
            </a:r>
            <a:r>
              <a:rPr lang="en-US" dirty="0"/>
              <a:t> Q1 2026</a:t>
            </a:r>
          </a:p>
          <a:p>
            <a:pPr lvl="2"/>
            <a:endParaRPr lang="en-US" dirty="0"/>
          </a:p>
          <a:p>
            <a:r>
              <a:rPr lang="en-US" sz="1600" dirty="0"/>
              <a:t>BKN </a:t>
            </a:r>
            <a:r>
              <a:rPr lang="en-US" sz="1600" dirty="0" err="1"/>
              <a:t>utgår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Nya BF </a:t>
            </a:r>
          </a:p>
          <a:p>
            <a:pPr lvl="2"/>
            <a:r>
              <a:rPr lang="en-US" sz="1200" dirty="0" err="1"/>
              <a:t>Öppnar</a:t>
            </a:r>
            <a:r>
              <a:rPr lang="en-US" sz="1200" dirty="0"/>
              <a:t> </a:t>
            </a:r>
            <a:r>
              <a:rPr lang="en-US" sz="1200" dirty="0" err="1"/>
              <a:t>på</a:t>
            </a:r>
            <a:r>
              <a:rPr lang="en-US" sz="1200" dirty="0"/>
              <a:t> 60s</a:t>
            </a:r>
          </a:p>
          <a:p>
            <a:pPr lvl="2"/>
            <a:r>
              <a:rPr lang="en-US" sz="1200" dirty="0" err="1"/>
              <a:t>Stänger</a:t>
            </a:r>
            <a:r>
              <a:rPr lang="en-US" sz="1200" dirty="0"/>
              <a:t> med </a:t>
            </a:r>
            <a:r>
              <a:rPr lang="en-US" sz="1200" dirty="0" err="1"/>
              <a:t>fjäder</a:t>
            </a:r>
            <a:r>
              <a:rPr lang="en-US" sz="1200" dirty="0"/>
              <a:t> </a:t>
            </a:r>
            <a:r>
              <a:rPr lang="en-US" sz="1200" dirty="0" err="1"/>
              <a:t>på</a:t>
            </a:r>
            <a:r>
              <a:rPr lang="en-US" sz="1200" dirty="0"/>
              <a:t> 20s</a:t>
            </a:r>
          </a:p>
          <a:p>
            <a:pPr lvl="2"/>
            <a:endParaRPr lang="en-US" sz="1200" dirty="0"/>
          </a:p>
          <a:p>
            <a:r>
              <a:rPr lang="en-US" sz="1600" dirty="0" err="1"/>
              <a:t>Gamla</a:t>
            </a:r>
            <a:r>
              <a:rPr lang="en-US" sz="1600" dirty="0"/>
              <a:t> BF – </a:t>
            </a:r>
            <a:r>
              <a:rPr lang="en-US" sz="1600" dirty="0" err="1"/>
              <a:t>sista</a:t>
            </a:r>
            <a:r>
              <a:rPr lang="en-US" sz="1600" dirty="0"/>
              <a:t> order Q3 2024</a:t>
            </a:r>
          </a:p>
        </p:txBody>
      </p:sp>
    </p:spTree>
    <p:extLst>
      <p:ext uri="{BB962C8B-B14F-4D97-AF65-F5344CB8AC3E}">
        <p14:creationId xmlns:p14="http://schemas.microsoft.com/office/powerpoint/2010/main" val="207057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A63998-C132-E10B-1D4B-F5249C71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9D16353-4D7B-6BB9-9EEA-6CA88DE1DE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56D62AD-7BF7-868A-10DC-A2A5A5F281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8A6CF46A-5B9C-8F58-0A2E-1CC6BFEDF36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Hantering</a:t>
            </a:r>
            <a:r>
              <a:rPr lang="en-US" dirty="0"/>
              <a:t> av MID </a:t>
            </a:r>
            <a:r>
              <a:rPr lang="en-US" dirty="0" err="1"/>
              <a:t>produkter</a:t>
            </a:r>
            <a:r>
              <a:rPr lang="en-US" dirty="0"/>
              <a:t> </a:t>
            </a:r>
            <a:r>
              <a:rPr lang="en-US" dirty="0" err="1"/>
              <a:t>enligt</a:t>
            </a:r>
            <a:r>
              <a:rPr lang="en-US" dirty="0"/>
              <a:t> 2014/32/EU</a:t>
            </a:r>
          </a:p>
          <a:p>
            <a:endParaRPr lang="en-US" dirty="0"/>
          </a:p>
          <a:p>
            <a:pPr lvl="1"/>
            <a:r>
              <a:rPr lang="en-US" dirty="0"/>
              <a:t>MID </a:t>
            </a:r>
            <a:r>
              <a:rPr lang="en-US" dirty="0" err="1"/>
              <a:t>produkter</a:t>
            </a:r>
            <a:r>
              <a:rPr lang="en-US" dirty="0"/>
              <a:t> </a:t>
            </a:r>
            <a:r>
              <a:rPr lang="en-US" dirty="0" err="1"/>
              <a:t>måste</a:t>
            </a:r>
            <a:r>
              <a:rPr lang="en-US" dirty="0"/>
              <a:t> </a:t>
            </a:r>
            <a:r>
              <a:rPr lang="en-US" dirty="0" err="1"/>
              <a:t>spåras</a:t>
            </a:r>
            <a:endParaRPr lang="en-US" dirty="0"/>
          </a:p>
          <a:p>
            <a:pPr lvl="1"/>
            <a:r>
              <a:rPr lang="en-US" dirty="0" err="1"/>
              <a:t>Får</a:t>
            </a:r>
            <a:r>
              <a:rPr lang="en-US" dirty="0"/>
              <a:t> </a:t>
            </a:r>
            <a:r>
              <a:rPr lang="en-US" dirty="0" err="1"/>
              <a:t>inte</a:t>
            </a:r>
            <a:r>
              <a:rPr lang="en-US" dirty="0"/>
              <a:t> </a:t>
            </a:r>
            <a:r>
              <a:rPr lang="en-US" dirty="0" err="1"/>
              <a:t>lagerhållas</a:t>
            </a:r>
            <a:endParaRPr lang="en-US" dirty="0"/>
          </a:p>
          <a:p>
            <a:pPr lvl="1"/>
            <a:r>
              <a:rPr lang="en-US" dirty="0" err="1"/>
              <a:t>Skicka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 till </a:t>
            </a:r>
            <a:r>
              <a:rPr lang="en-US" dirty="0" err="1"/>
              <a:t>kund</a:t>
            </a:r>
            <a:endParaRPr lang="en-US" dirty="0"/>
          </a:p>
          <a:p>
            <a:pPr lvl="1"/>
            <a:r>
              <a:rPr lang="en-US" dirty="0" err="1"/>
              <a:t>Reklamationer</a:t>
            </a:r>
            <a:r>
              <a:rPr lang="en-US" dirty="0"/>
              <a:t> ska </a:t>
            </a:r>
            <a:r>
              <a:rPr lang="en-US" dirty="0" err="1"/>
              <a:t>skickas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iGrafix</a:t>
            </a:r>
            <a:r>
              <a:rPr lang="en-US" dirty="0"/>
              <a:t> – MID process</a:t>
            </a:r>
          </a:p>
        </p:txBody>
      </p:sp>
    </p:spTree>
    <p:extLst>
      <p:ext uri="{BB962C8B-B14F-4D97-AF65-F5344CB8AC3E}">
        <p14:creationId xmlns:p14="http://schemas.microsoft.com/office/powerpoint/2010/main" val="185445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4D9309B-7042-B66D-C467-182ABE0F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D927FD27-1B36-388E-C22F-728EF11A44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6A49E66-E085-7CA6-F7B7-B1CBE6F56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061C458A-94E3-51A7-FEE5-156CDFA7C34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Fire &amp; Smoke</a:t>
            </a:r>
          </a:p>
          <a:p>
            <a:endParaRPr lang="en-US" dirty="0"/>
          </a:p>
          <a:p>
            <a:pPr lvl="1"/>
            <a:r>
              <a:rPr lang="en-US" dirty="0"/>
              <a:t>Gruner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största</a:t>
            </a:r>
            <a:r>
              <a:rPr lang="en-US" dirty="0"/>
              <a:t> </a:t>
            </a:r>
            <a:r>
              <a:rPr lang="en-US" dirty="0" err="1"/>
              <a:t>konkurrenten</a:t>
            </a:r>
            <a:endParaRPr lang="en-US" dirty="0"/>
          </a:p>
          <a:p>
            <a:pPr lvl="1"/>
            <a:r>
              <a:rPr lang="en-US" dirty="0"/>
              <a:t>Rf-t nr.2</a:t>
            </a:r>
          </a:p>
          <a:p>
            <a:pPr lvl="1"/>
            <a:r>
              <a:rPr lang="en-US" dirty="0"/>
              <a:t>Siemens nr.3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Stefan Buchli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konkurrentjömförelse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0F2CDA4-FA68-767A-25D9-4952D524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EFD2481-193C-7948-CFE0-CF4CD31A40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CB9E34E-6FAB-1A2C-B9DD-0E374665CA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8AC2EBF0-F0D6-F91A-761C-0BFD3B2EC61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Energy Valve workshop</a:t>
            </a:r>
          </a:p>
          <a:p>
            <a:endParaRPr lang="en-US" dirty="0"/>
          </a:p>
          <a:p>
            <a:pPr lvl="1"/>
            <a:r>
              <a:rPr lang="en-US" dirty="0"/>
              <a:t>Delta-P control</a:t>
            </a:r>
          </a:p>
          <a:p>
            <a:pPr lvl="1"/>
            <a:r>
              <a:rPr lang="en-US" dirty="0"/>
              <a:t>EV + 22WDP-11</a:t>
            </a:r>
          </a:p>
          <a:p>
            <a:pPr lvl="2"/>
            <a:r>
              <a:rPr lang="en-US" dirty="0"/>
              <a:t>+ EXT-MR-249184</a:t>
            </a:r>
          </a:p>
          <a:p>
            <a:pPr lvl="2"/>
            <a:r>
              <a:rPr lang="en-US" dirty="0"/>
              <a:t>A-22WP-A</a:t>
            </a:r>
          </a:p>
        </p:txBody>
      </p:sp>
    </p:spTree>
    <p:extLst>
      <p:ext uri="{BB962C8B-B14F-4D97-AF65-F5344CB8AC3E}">
        <p14:creationId xmlns:p14="http://schemas.microsoft.com/office/powerpoint/2010/main" val="333106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2D544F-59A1-8FB8-1A86-2ECC8949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News Training 2024</a:t>
            </a:r>
            <a:endParaRPr lang="en-US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1970364-492D-BA2C-EB57-7C1842D684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ADF3CC5-3F2B-0BDD-43F8-4ACAA2ABF3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3B07C2A0-FDD4-077F-538F-52170F26C3C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LF &amp; LRF </a:t>
            </a:r>
            <a:r>
              <a:rPr lang="en-US"/>
              <a:t>i </a:t>
            </a:r>
            <a:r>
              <a:rPr lang="en-US" dirty="0" err="1"/>
              <a:t>multispänning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6C5DDD-640D-16C7-E3E5-C2B9D802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3D4ED8F-D95A-F372-6F40-F3AA3FB03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16B423C-8CE2-0053-18A5-7DFB3051A1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6A32EA23-9CA8-8865-E630-B2F4B3429F6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7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F4F0274-1D4D-E7F7-573A-0643FB55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487346E9-258E-C7AB-AB54-6F4881026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225A1044-AA44-CCCB-AADA-324B5031DC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EB018BAB-6674-7802-A14D-3CA294F1B16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8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F2294-F6A3-445E-95C2-CDA9B06E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04CEA6-17E1-4D70-AD30-3D8A5840E1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7AF74B-984C-4405-B41A-3F04E20F4D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E5F4C8-B6D8-4A1C-BE57-6222BFB67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904FCDA-BA90-465B-AAB4-0504200067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9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C2673E-7C48-C57F-B050-6F54D7A1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2917509-E012-493F-884A-A45A5CC79B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Anlass, Datum</a:t>
            </a:r>
            <a:endParaRPr lang="en-US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C5B2719-C60B-9BCF-7B72-7B25CA5492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06F2F6-E945-43FC-BABC-9B8B9FFB33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Platshållare för innehåll 4">
            <a:extLst>
              <a:ext uri="{FF2B5EF4-FFF2-40B4-BE49-F238E27FC236}">
                <a16:creationId xmlns:a16="http://schemas.microsoft.com/office/drawing/2014/main" id="{DDE8CAB0-7FFE-6FCD-747B-F3432D0E11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92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DDFD969-C8F2-4C25-B043-0411C44F4D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2C64A3-BB51-4DB4-9A3E-205AB5828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603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522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">
  <a:themeElements>
    <a:clrScheme name="Belimo">
      <a:dk1>
        <a:sysClr val="windowText" lastClr="000000"/>
      </a:dk1>
      <a:lt1>
        <a:sysClr val="window" lastClr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5" id="{C1150CBC-898B-4DFD-9B4B-C768B060C68B}" vid="{9AB2C6A1-39E4-4C5A-84FA-780455A63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FD91EB-AA33-447C-A070-43BF0DF486D8}"/>
</file>

<file path=customXml/itemProps2.xml><?xml version="1.0" encoding="utf-8"?>
<ds:datastoreItem xmlns:ds="http://schemas.openxmlformats.org/officeDocument/2006/customXml" ds:itemID="{C54479AB-6388-4E4F-A2BB-302523FEED92}"/>
</file>

<file path=customXml/itemProps3.xml><?xml version="1.0" encoding="utf-8"?>
<ds:datastoreItem xmlns:ds="http://schemas.openxmlformats.org/officeDocument/2006/customXml" ds:itemID="{4B8E87E7-B1D1-4CEE-A067-92CCE77B22C7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249</TotalTime>
  <Words>243</Words>
  <Application>Microsoft Office PowerPoint</Application>
  <PresentationFormat>Bredbild</PresentationFormat>
  <Paragraphs>99</Paragraphs>
  <Slides>16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</vt:lpstr>
      <vt:lpstr>PowerPoint-presentation</vt:lpstr>
      <vt:lpstr>News Training 2024 Retrofit+</vt:lpstr>
      <vt:lpstr>News Training 2024</vt:lpstr>
      <vt:lpstr>News Training 2024</vt:lpstr>
      <vt:lpstr>News Training 2024</vt:lpstr>
      <vt:lpstr>News Training 2024</vt:lpstr>
      <vt:lpstr>News Training 2024</vt:lpstr>
      <vt:lpstr>News Training 2024</vt:lpstr>
      <vt:lpstr>News Training 2024</vt:lpstr>
      <vt:lpstr>News Training 2024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Abdo Zaki</dc:creator>
  <cp:lastModifiedBy>Abdo Zaki</cp:lastModifiedBy>
  <cp:revision>1</cp:revision>
  <dcterms:created xsi:type="dcterms:W3CDTF">2024-05-13T07:14:50Z</dcterms:created>
  <dcterms:modified xsi:type="dcterms:W3CDTF">2024-05-13T11:24:03Z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