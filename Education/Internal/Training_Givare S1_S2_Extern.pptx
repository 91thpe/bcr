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Override1.xml" ContentType="application/vnd.openxmlformats-officedocument.themeOverr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Override2.xml" ContentType="application/vnd.openxmlformats-officedocument.themeOverr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heme/themeOverride3.xml" ContentType="application/vnd.openxmlformats-officedocument.themeOverr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ags/tag16.xml" ContentType="application/vnd.openxmlformats-officedocument.presentationml.tags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theme/themeOverride15.xml" ContentType="application/vnd.openxmlformats-officedocument.themeOverride+xml"/>
  <Override PartName="/ppt/theme/themeOverride16.xml" ContentType="application/vnd.openxmlformats-officedocument.themeOverride+xml"/>
  <Override PartName="/ppt/theme/themeOverride17.xml" ContentType="application/vnd.openxmlformats-officedocument.themeOverride+xml"/>
  <Override PartName="/ppt/theme/themeOverride18.xml" ContentType="application/vnd.openxmlformats-officedocument.themeOverride+xml"/>
  <Override PartName="/ppt/theme/themeOverride19.xml" ContentType="application/vnd.openxmlformats-officedocument.themeOverride+xml"/>
  <Override PartName="/ppt/theme/themeOverride20.xml" ContentType="application/vnd.openxmlformats-officedocument.themeOverride+xml"/>
  <Override PartName="/ppt/theme/themeOverride21.xml" ContentType="application/vnd.openxmlformats-officedocument.themeOverride+xml"/>
  <Override PartName="/ppt/tags/tag17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4"/>
  </p:notesMasterIdLst>
  <p:sldIdLst>
    <p:sldId id="257" r:id="rId5"/>
    <p:sldId id="258" r:id="rId6"/>
    <p:sldId id="379" r:id="rId7"/>
    <p:sldId id="261" r:id="rId8"/>
    <p:sldId id="262" r:id="rId9"/>
    <p:sldId id="263" r:id="rId10"/>
    <p:sldId id="380" r:id="rId11"/>
    <p:sldId id="259" r:id="rId12"/>
    <p:sldId id="260" r:id="rId13"/>
  </p:sldIdLst>
  <p:sldSz cx="12192000" cy="6858000"/>
  <p:notesSz cx="6858000" cy="9144000"/>
  <p:custDataLst>
    <p:tags r:id="rId15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673A"/>
    <a:srgbClr val="CC5300"/>
    <a:srgbClr val="DA5800"/>
    <a:srgbClr val="E65D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7C33448-EB79-47B7-91D5-C2EFFB564920}">
  <a:tblStyle styleId="{27C33448-EB79-47B7-91D5-C2EFFB564920}" styleName="Belimo">
    <a:tblBg>
      <a:effect>
        <a:effectLst/>
      </a:effect>
    </a:tblBg>
    <a:wholeTbl>
      <a:tcTxStyle b="off" i="off"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3175" cmpd="sng">
              <a:solidFill>
                <a:schemeClr val="dk1"/>
              </a:solidFill>
            </a:ln>
          </a:top>
          <a:bottom>
            <a:ln w="3175" cmpd="sng">
              <a:solidFill>
                <a:schemeClr val="dk1"/>
              </a:solidFill>
            </a:ln>
          </a:bottom>
          <a:insideH>
            <a:ln w="3175" cmpd="sng">
              <a:solidFill>
                <a:schemeClr val="dk1"/>
              </a:solidFill>
            </a:ln>
          </a:insideH>
          <a:insideV>
            <a:ln>
              <a:noFill/>
            </a:ln>
          </a:insideV>
          <a:tl2br>
            <a:ln>
              <a:noFill/>
            </a:ln>
          </a:tl2br>
          <a:tr2bl>
            <a:ln>
              <a:noFill/>
            </a:ln>
          </a:tr2bl>
        </a:tcBdr>
        <a:fill>
          <a:noFill/>
        </a:fill>
      </a:tcStyle>
    </a:wholeTbl>
    <a:band1H>
      <a:tcTxStyle b="off" i="off">
        <a:fontRef idx="minor"/>
        <a:schemeClr val="tx1"/>
      </a:tcTxStyle>
      <a:tcStyle>
        <a:tcBdr/>
        <a:fill>
          <a:noFill/>
        </a:fill>
      </a:tcStyle>
    </a:band1H>
    <a:band2H>
      <a:tcTxStyle b="off" i="off">
        <a:fontRef idx="minor"/>
        <a:schemeClr val="tx1"/>
      </a:tcTxStyle>
      <a:tcStyle>
        <a:tcBdr/>
        <a:fill>
          <a:noFill/>
        </a:fill>
      </a:tcStyle>
    </a:band2H>
    <a:band1V>
      <a:tcTxStyle b="off" i="off">
        <a:fontRef idx="minor"/>
        <a:schemeClr val="tx1"/>
      </a:tcTxStyle>
      <a:tcStyle>
        <a:tcBdr/>
        <a:fill>
          <a:noFill/>
        </a:fill>
      </a:tcStyle>
    </a:band1V>
    <a:band2V>
      <a:tcTxStyle b="off" i="off">
        <a:fontRef idx="minor"/>
        <a:schemeClr val="tx1"/>
      </a:tcTxStyle>
      <a:tcStyle>
        <a:tcBdr/>
        <a:fill>
          <a:noFill/>
        </a:fill>
      </a:tcStyle>
    </a:band2V>
    <a:lastCol>
      <a:tcTxStyle b="off" i="off">
        <a:fontRef idx="minor"/>
        <a:schemeClr val="tx1"/>
      </a:tcTxStyle>
      <a:tcStyle>
        <a:tcBdr/>
      </a:tcStyle>
    </a:lastCol>
    <a:firstCol>
      <a:tcTxStyle b="off" i="off">
        <a:fontRef idx="minor"/>
        <a:schemeClr val="tx1"/>
      </a:tcTxStyle>
      <a:tcStyle>
        <a:tcBdr/>
      </a:tcStyle>
    </a:firstCol>
    <a:lastRow>
      <a:tcTxStyle b="off" i="off"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3175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  <a:tl2br>
            <a:ln>
              <a:noFill/>
            </a:ln>
          </a:tl2br>
          <a:tr2bl>
            <a:ln>
              <a:noFill/>
            </a:ln>
          </a:tr2bl>
        </a:tcBdr>
        <a:fill>
          <a:noFill/>
        </a:fill>
      </a:tcStyle>
    </a:lastRow>
    <a:firstRow>
      <a:tcTxStyle b="off" i="off"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3175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  <a:tl2br>
            <a:ln>
              <a:noFill/>
            </a:ln>
          </a:tl2br>
          <a:tr2bl>
            <a:ln>
              <a:noFill/>
            </a:ln>
          </a:tr2bl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46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gs" Target="tags/tag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do Zaki" userId="764c9ca9-b701-4b1a-b04d-ffaf9fa89cab" providerId="ADAL" clId="{7147A683-F6A1-4F38-BB82-722E4AD4F2BA}"/>
    <pc:docChg chg="custSel delSld modSld">
      <pc:chgData name="Abdo Zaki" userId="764c9ca9-b701-4b1a-b04d-ffaf9fa89cab" providerId="ADAL" clId="{7147A683-F6A1-4F38-BB82-722E4AD4F2BA}" dt="2025-03-04T14:45:31.408" v="22" actId="47"/>
      <pc:docMkLst>
        <pc:docMk/>
      </pc:docMkLst>
      <pc:sldChg chg="modSp mod">
        <pc:chgData name="Abdo Zaki" userId="764c9ca9-b701-4b1a-b04d-ffaf9fa89cab" providerId="ADAL" clId="{7147A683-F6A1-4F38-BB82-722E4AD4F2BA}" dt="2025-03-04T14:44:54.936" v="21" actId="20577"/>
        <pc:sldMkLst>
          <pc:docMk/>
          <pc:sldMk cId="2207704243" sldId="257"/>
        </pc:sldMkLst>
        <pc:spChg chg="mod">
          <ac:chgData name="Abdo Zaki" userId="764c9ca9-b701-4b1a-b04d-ffaf9fa89cab" providerId="ADAL" clId="{7147A683-F6A1-4F38-BB82-722E4AD4F2BA}" dt="2025-03-04T14:44:54.936" v="21" actId="20577"/>
          <ac:spMkLst>
            <pc:docMk/>
            <pc:sldMk cId="2207704243" sldId="257"/>
            <ac:spMk id="4" creationId="{F1314506-4292-4685-C473-8B0F7FC193E4}"/>
          </ac:spMkLst>
        </pc:spChg>
      </pc:sldChg>
      <pc:sldChg chg="del">
        <pc:chgData name="Abdo Zaki" userId="764c9ca9-b701-4b1a-b04d-ffaf9fa89cab" providerId="ADAL" clId="{7147A683-F6A1-4F38-BB82-722E4AD4F2BA}" dt="2025-03-04T14:45:31.408" v="22" actId="47"/>
        <pc:sldMkLst>
          <pc:docMk/>
          <pc:sldMk cId="3098471704" sldId="50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BF1A6D-D9EC-431B-9D37-21901BDC901D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16F115-DBCC-407A-A507-B7321B48F5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819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16F115-DBCC-407A-A507-B7321B48F51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7538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/>
              <a:t>I den här genomgången benar vi ut många begrepp vi får höra av kunderna. Målet med den här utbildningen är att vi ska prata om vad är aktiva, passiva nickel 1000</a:t>
            </a:r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16F115-DBCC-407A-A507-B7321B48F51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7579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/>
              <a:t>Detta är vad Belimo säljer. Luftkvalitet Co2 TEM = Termisk </a:t>
            </a:r>
            <a:r>
              <a:rPr lang="sv-SE" dirty="0" err="1"/>
              <a:t>energimätare</a:t>
            </a:r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16F115-DBCC-407A-A507-B7321B48F51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209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/>
              <a:t>Temperatur </a:t>
            </a:r>
            <a:r>
              <a:rPr lang="sv-SE" dirty="0" err="1"/>
              <a:t>omvandlaas</a:t>
            </a:r>
            <a:r>
              <a:rPr lang="sv-SE" dirty="0"/>
              <a:t> till 0-10V, el 4-20mA</a:t>
            </a:r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16F115-DBCC-407A-A507-B7321B48F51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4559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dirty="0"/>
              <a:t>Passiva är alltid motstånd i ohm. Aktiva är 0-10v 4-20mA</a:t>
            </a:r>
          </a:p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16F115-DBCC-407A-A507-B7321B48F51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5874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/>
              <a:t>Dessa är passiva. </a:t>
            </a:r>
            <a:r>
              <a:rPr lang="sv-SE" dirty="0" err="1"/>
              <a:t>Possitiva</a:t>
            </a:r>
            <a:r>
              <a:rPr lang="sv-SE" dirty="0"/>
              <a:t> är att motståndet ökar med ökad temp.  Negativa ökar med minskad temp.</a:t>
            </a:r>
            <a:br>
              <a:rPr lang="sv-SE" dirty="0"/>
            </a:br>
            <a:r>
              <a:rPr lang="sv-SE" dirty="0" err="1"/>
              <a:t>Possitiv</a:t>
            </a:r>
            <a:r>
              <a:rPr lang="sv-SE" dirty="0"/>
              <a:t> anger motståndet vi 0°C och Negativ vid 25°C</a:t>
            </a:r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16F115-DBCC-407A-A507-B7321B48F51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7964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/>
              <a:t>När använder man den ena</a:t>
            </a:r>
            <a:br>
              <a:rPr lang="sv-SE" dirty="0"/>
            </a:br>
            <a:r>
              <a:rPr lang="sv-SE" dirty="0"/>
              <a:t>NTC är vanligare vid kyla </a:t>
            </a:r>
            <a:r>
              <a:rPr lang="sv-SE" dirty="0" err="1"/>
              <a:t>pga</a:t>
            </a:r>
            <a:r>
              <a:rPr lang="sv-SE" dirty="0"/>
              <a:t> finare gradering och längre </a:t>
            </a:r>
            <a:r>
              <a:rPr lang="sv-SE" dirty="0" err="1"/>
              <a:t>temperatuspann</a:t>
            </a:r>
            <a:br>
              <a:rPr lang="sv-SE" dirty="0"/>
            </a:br>
            <a:r>
              <a:rPr lang="sv-SE" dirty="0"/>
              <a:t>Gå till hemsidan för att visa hur man navigerar </a:t>
            </a:r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16F115-DBCC-407A-A507-B7321B48F51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9957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7" Type="http://schemas.openxmlformats.org/officeDocument/2006/relationships/image" Target="../media/image2.svg"/><Relationship Id="rId2" Type="http://schemas.openxmlformats.org/officeDocument/2006/relationships/tags" Target="../tags/tag6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1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8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7" Type="http://schemas.openxmlformats.org/officeDocument/2006/relationships/image" Target="../media/image4.svg"/><Relationship Id="rId2" Type="http://schemas.openxmlformats.org/officeDocument/2006/relationships/tags" Target="../tags/tag9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3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tags" Target="../tags/tag13.xml"/><Relationship Id="rId7" Type="http://schemas.openxmlformats.org/officeDocument/2006/relationships/image" Target="../media/image1.png"/><Relationship Id="rId2" Type="http://schemas.openxmlformats.org/officeDocument/2006/relationships/tags" Target="../tags/tag12.xml"/><Relationship Id="rId1" Type="http://schemas.openxmlformats.org/officeDocument/2006/relationships/themeOverride" Target="../theme/themeOverride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5.xml"/><Relationship Id="rId4" Type="http://schemas.openxmlformats.org/officeDocument/2006/relationships/tags" Target="../tags/tag14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1" Type="http://schemas.openxmlformats.org/officeDocument/2006/relationships/themeOverride" Target="../theme/themeOverride5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6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7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8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9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0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4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5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6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7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8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9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0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7.xml"/><Relationship Id="rId1" Type="http://schemas.openxmlformats.org/officeDocument/2006/relationships/themeOverride" Target="../theme/themeOverride2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preserve="1" userDrawn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6"/>
          <p:cNvSpPr>
            <a:spLocks noGrp="1"/>
          </p:cNvSpPr>
          <p:nvPr>
            <p:ph type="dt" sz="half" idx="2"/>
          </p:nvPr>
        </p:nvSpPr>
        <p:spPr>
          <a:xfrm>
            <a:off x="624418" y="677465"/>
            <a:ext cx="9311517" cy="73531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2900"/>
              </a:lnSpc>
              <a:defRPr sz="2700" b="1" spc="-3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March 21, 2023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4418" y="4221088"/>
            <a:ext cx="10943164" cy="2160240"/>
          </a:xfrm>
        </p:spPr>
        <p:txBody>
          <a:bodyPr anchor="b"/>
          <a:lstStyle>
            <a:lvl1pPr marL="0" indent="0" algn="l">
              <a:lnSpc>
                <a:spcPts val="2100"/>
              </a:lnSpc>
              <a:spcBef>
                <a:spcPts val="0"/>
              </a:spcBef>
              <a:buNone/>
              <a:defRPr sz="20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Klicka här för att ändra mall för underrubrikformat</a:t>
            </a:r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624418" y="1893888"/>
            <a:ext cx="10943167" cy="2327200"/>
          </a:xfrm>
        </p:spPr>
        <p:txBody>
          <a:bodyPr anchor="t"/>
          <a:lstStyle>
            <a:lvl1pPr algn="l">
              <a:lnSpc>
                <a:spcPts val="5600"/>
              </a:lnSpc>
              <a:defRPr sz="5600" spc="-90" baseline="0"/>
            </a:lvl1pPr>
          </a:lstStyle>
          <a:p>
            <a:r>
              <a:rPr lang="en-US"/>
              <a:t>Klicka här för att ändra mall för rubrikformat</a:t>
            </a:r>
          </a:p>
        </p:txBody>
      </p:sp>
      <p:sp>
        <p:nvSpPr>
          <p:cNvPr id="5" name="Classification" hidden="1"/>
          <p:cNvSpPr txBox="1">
            <a:spLocks/>
          </p:cNvSpPr>
          <p:nvPr userDrawn="1">
            <p:custDataLst>
              <p:tags r:id="rId2"/>
            </p:custDataLst>
          </p:nvPr>
        </p:nvSpPr>
        <p:spPr>
          <a:xfrm>
            <a:off x="8832304" y="6502230"/>
            <a:ext cx="151139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000" b="1">
                <a:solidFill>
                  <a:schemeClr val="tx1"/>
                </a:solidFill>
                <a:latin typeface="+mn-lt"/>
              </a:rPr>
              <a:t>Classification</a:t>
            </a:r>
          </a:p>
        </p:txBody>
      </p:sp>
      <p:sp>
        <p:nvSpPr>
          <p:cNvPr id="8" name="Status" hidden="1"/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10443419" y="6502230"/>
            <a:ext cx="112518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000" b="1">
                <a:solidFill>
                  <a:schemeClr val="tx1"/>
                </a:solidFill>
                <a:latin typeface="+mn-lt"/>
              </a:rPr>
              <a:t>Status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D2A5819E-0CFD-4842-A817-AFCC1289EC81}"/>
              </a:ext>
            </a:extLst>
          </p:cNvPr>
          <p:cNvPicPr>
            <a:picLocks/>
          </p:cNvPicPr>
          <p:nvPr userDrawn="1">
            <p:custDataLst>
              <p:tags r:id="rId4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14631" y="608783"/>
            <a:ext cx="1087200" cy="417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699510"/>
      </p:ext>
    </p:extLst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Orange" preserve="1" userDrawn="1">
  <p:cSld name="Title Slide Oran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9449CBB4-111C-4C67-AC0D-46FEC7DE9FDE}"/>
              </a:ext>
            </a:extLst>
          </p:cNvPr>
          <p:cNvPicPr>
            <a:picLocks/>
          </p:cNvPicPr>
          <p:nvPr userDrawn="1"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14631" y="608783"/>
            <a:ext cx="1087200" cy="417309"/>
          </a:xfrm>
          <a:prstGeom prst="rect">
            <a:avLst/>
          </a:prstGeom>
        </p:spPr>
      </p:pic>
      <p:sp>
        <p:nvSpPr>
          <p:cNvPr id="11" name="Date Placeholder 6"/>
          <p:cNvSpPr>
            <a:spLocks noGrp="1"/>
          </p:cNvSpPr>
          <p:nvPr>
            <p:ph type="dt" sz="half" idx="2"/>
          </p:nvPr>
        </p:nvSpPr>
        <p:spPr>
          <a:xfrm>
            <a:off x="624418" y="677465"/>
            <a:ext cx="9311517" cy="73531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2900"/>
              </a:lnSpc>
              <a:defRPr sz="2700" b="1" spc="-3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March 21, 2023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4418" y="4221088"/>
            <a:ext cx="10943164" cy="2160240"/>
          </a:xfrm>
        </p:spPr>
        <p:txBody>
          <a:bodyPr anchor="b"/>
          <a:lstStyle>
            <a:lvl1pPr marL="0" indent="0" algn="l">
              <a:lnSpc>
                <a:spcPts val="21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Klicka här för att ändra mall för underrubrikformat</a:t>
            </a:r>
          </a:p>
        </p:txBody>
      </p:sp>
      <p:sp>
        <p:nvSpPr>
          <p:cNvPr id="13" name="Title 1"/>
          <p:cNvSpPr>
            <a:spLocks noGrp="1"/>
          </p:cNvSpPr>
          <p:nvPr>
            <p:ph type="ctrTitle"/>
          </p:nvPr>
        </p:nvSpPr>
        <p:spPr>
          <a:xfrm>
            <a:off x="624418" y="1893888"/>
            <a:ext cx="10943167" cy="2327200"/>
          </a:xfrm>
        </p:spPr>
        <p:txBody>
          <a:bodyPr anchor="t"/>
          <a:lstStyle>
            <a:lvl1pPr algn="l">
              <a:lnSpc>
                <a:spcPts val="5600"/>
              </a:lnSpc>
              <a:defRPr sz="5600" spc="-9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Klicka här för att ändra mall för rubrikformat</a:t>
            </a:r>
          </a:p>
        </p:txBody>
      </p:sp>
      <p:sp>
        <p:nvSpPr>
          <p:cNvPr id="9" name="Classification" hidden="1"/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8832304" y="6502230"/>
            <a:ext cx="151139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000" b="1">
                <a:solidFill>
                  <a:schemeClr val="tx1"/>
                </a:solidFill>
                <a:latin typeface="+mn-lt"/>
              </a:rPr>
              <a:t>Classification</a:t>
            </a:r>
          </a:p>
        </p:txBody>
      </p:sp>
      <p:sp>
        <p:nvSpPr>
          <p:cNvPr id="10" name="Status" hidden="1"/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10443419" y="6502230"/>
            <a:ext cx="112518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000" b="1">
                <a:solidFill>
                  <a:schemeClr val="tx1"/>
                </a:solidFill>
                <a:latin typeface="+mn-lt"/>
              </a:rPr>
              <a:t>Status</a:t>
            </a:r>
          </a:p>
        </p:txBody>
      </p:sp>
    </p:spTree>
    <p:extLst>
      <p:ext uri="{BB962C8B-B14F-4D97-AF65-F5344CB8AC3E}">
        <p14:creationId xmlns:p14="http://schemas.microsoft.com/office/powerpoint/2010/main" val="3342882137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Image" preserve="1" userDrawn="1">
  <p:cSld name="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/>
          </p:cNvSpPr>
          <p:nvPr userDrawn="1"/>
        </p:nvSpPr>
        <p:spPr>
          <a:xfrm>
            <a:off x="0" y="1169439"/>
            <a:ext cx="4583831" cy="458291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334960" y="379134"/>
            <a:ext cx="11522076" cy="499408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62D71A-887C-4825-8017-6013AC07E533}"/>
              </a:ext>
            </a:extLst>
          </p:cNvPr>
          <p:cNvSpPr>
            <a:spLocks/>
          </p:cNvSpPr>
          <p:nvPr userDrawn="1">
            <p:custDataLst>
              <p:tags r:id="rId2"/>
            </p:custDataLst>
          </p:nvPr>
        </p:nvSpPr>
        <p:spPr>
          <a:xfrm>
            <a:off x="0" y="1169439"/>
            <a:ext cx="4583831" cy="458291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lassification" hidden="1"/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8832304" y="6502230"/>
            <a:ext cx="151139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000" b="1">
                <a:solidFill>
                  <a:schemeClr val="tx1"/>
                </a:solidFill>
                <a:latin typeface="+mn-lt"/>
              </a:rPr>
              <a:t>Classification</a:t>
            </a:r>
          </a:p>
        </p:txBody>
      </p:sp>
      <p:sp>
        <p:nvSpPr>
          <p:cNvPr id="8" name="Status" hidden="1"/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10443419" y="6502230"/>
            <a:ext cx="112518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000" b="1">
                <a:solidFill>
                  <a:schemeClr val="tx1"/>
                </a:solidFill>
                <a:latin typeface="+mn-lt"/>
              </a:rPr>
              <a:t>Status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334960" y="2204864"/>
            <a:ext cx="4248870" cy="3168352"/>
          </a:xfrm>
          <a:noFill/>
        </p:spPr>
        <p:txBody>
          <a:bodyPr tIns="324000" anchor="t" anchorCtr="0"/>
          <a:lstStyle>
            <a:lvl1pPr marL="0" indent="0" algn="l">
              <a:lnSpc>
                <a:spcPts val="2100"/>
              </a:lnSpc>
              <a:spcBef>
                <a:spcPts val="0"/>
              </a:spcBef>
              <a:buNone/>
              <a:defRPr sz="2400" b="1" spc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Klicka här för att ändra mall för underrubrikformat</a:t>
            </a:r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334960" y="1169439"/>
            <a:ext cx="4248870" cy="907699"/>
          </a:xfrm>
          <a:noFill/>
        </p:spPr>
        <p:txBody>
          <a:bodyPr tIns="396000" anchor="t">
            <a:noAutofit/>
          </a:bodyPr>
          <a:lstStyle>
            <a:lvl1pPr algn="l">
              <a:lnSpc>
                <a:spcPct val="100000"/>
              </a:lnSpc>
              <a:defRPr sz="3300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Klicka här för att ändra mall för rubrikformat</a:t>
            </a:r>
          </a:p>
        </p:txBody>
      </p:sp>
      <p:sp>
        <p:nvSpPr>
          <p:cNvPr id="10" name="Date Placeholder 6"/>
          <p:cNvSpPr>
            <a:spLocks noGrp="1"/>
          </p:cNvSpPr>
          <p:nvPr>
            <p:ph type="dt" sz="half" idx="2"/>
          </p:nvPr>
        </p:nvSpPr>
        <p:spPr>
          <a:xfrm>
            <a:off x="334960" y="6343277"/>
            <a:ext cx="6466434" cy="24622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lnSpc>
                <a:spcPts val="2900"/>
              </a:lnSpc>
              <a:defRPr sz="1600" b="0" spc="0" baseline="0">
                <a:solidFill>
                  <a:schemeClr val="tx1"/>
                </a:solidFill>
              </a:defRPr>
            </a:lvl1pPr>
          </a:lstStyle>
          <a:p>
            <a:pPr>
              <a:lnSpc>
                <a:spcPct val="100000"/>
              </a:lnSpc>
            </a:pPr>
            <a:r>
              <a:rPr lang="en-US"/>
              <a:t>March 21, 2023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3FFC7959-B16C-4D8A-B88F-73210F292EC6}"/>
              </a:ext>
            </a:extLst>
          </p:cNvPr>
          <p:cNvPicPr>
            <a:picLocks/>
          </p:cNvPicPr>
          <p:nvPr userDrawn="1">
            <p:custDataLst>
              <p:tags r:id="rId5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514633" y="6165824"/>
            <a:ext cx="1087200" cy="417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838350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C6BE2-C9D4-4B9E-94B1-DB54C0318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890713"/>
            <a:ext cx="10944225" cy="1322263"/>
          </a:xfrm>
        </p:spPr>
        <p:txBody>
          <a:bodyPr anchor="t"/>
          <a:lstStyle>
            <a:lvl1pPr>
              <a:lnSpc>
                <a:spcPts val="5600"/>
              </a:lnSpc>
              <a:defRPr sz="5600" spc="-90" baseline="0"/>
            </a:lvl1pPr>
          </a:lstStyle>
          <a:p>
            <a:r>
              <a:rPr lang="en-US"/>
              <a:t>Klicka här för att ändra mall för rubrikformat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694EBF-C3D1-4C1C-9A39-6170589151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3501008"/>
            <a:ext cx="10944226" cy="1656184"/>
          </a:xfrm>
        </p:spPr>
        <p:txBody>
          <a:bodyPr/>
          <a:lstStyle>
            <a:lvl1pPr marL="0" indent="0">
              <a:lnSpc>
                <a:spcPts val="2100"/>
              </a:lnSpc>
              <a:buNone/>
              <a:defRPr sz="2000" b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Klicka här för att ändra format på bakgrundstexten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78A5755-521A-41EA-865B-2552213D049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March 21, 2023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251BBFF-D374-466F-A576-40B2F54937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ADF3263-CF9B-4EA7-AFFA-CBFE6704EC2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018431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 (orange)" type="secHead" preserve="1">
  <p:cSld name="Section Header (orange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C6BE2-C9D4-4B9E-94B1-DB54C0318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890713"/>
            <a:ext cx="10944225" cy="1322263"/>
          </a:xfrm>
        </p:spPr>
        <p:txBody>
          <a:bodyPr anchor="t"/>
          <a:lstStyle>
            <a:lvl1pPr>
              <a:lnSpc>
                <a:spcPts val="5600"/>
              </a:lnSpc>
              <a:defRPr sz="5600" spc="-9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Klicka här för att ändra mall för rubrikformat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694EBF-C3D1-4C1C-9A39-6170589151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3501008"/>
            <a:ext cx="10944226" cy="1656184"/>
          </a:xfrm>
        </p:spPr>
        <p:txBody>
          <a:bodyPr/>
          <a:lstStyle>
            <a:lvl1pPr marL="0" indent="0">
              <a:lnSpc>
                <a:spcPts val="2100"/>
              </a:lnSpc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Klicka här för att ändra format på bakgrundstexten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78A5755-521A-41EA-865B-2552213D049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March 21, 2023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251BBFF-D374-466F-A576-40B2F54937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1488D11-6EA9-487D-9A4E-F9C299B0D16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51B2ABA7-A910-49E2-B649-7DC48C465838}"/>
              </a:ext>
            </a:extLst>
          </p:cNvPr>
          <p:cNvPicPr>
            <a:picLocks/>
          </p:cNvPicPr>
          <p:nvPr userDrawn="1">
            <p:custDataLst>
              <p:tags r:id="rId2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14631" y="608783"/>
            <a:ext cx="1087200" cy="417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449366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preserve="1" userDrawn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F20CF55-B30E-43E7-ABCC-044896AEC55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March 21, 2023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30C117E-D536-4BA0-9BDF-C42FAF356D2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B488259-43EA-4E12-98C9-26B5C9E6A4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/>
          </p:nvPr>
        </p:nvSpPr>
        <p:spPr>
          <a:xfrm>
            <a:off x="624418" y="1893888"/>
            <a:ext cx="10943167" cy="4414838"/>
          </a:xfrm>
        </p:spPr>
        <p:txBody>
          <a:bodyPr/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</a:p>
        </p:txBody>
      </p:sp>
    </p:spTree>
    <p:extLst>
      <p:ext uri="{BB962C8B-B14F-4D97-AF65-F5344CB8AC3E}">
        <p14:creationId xmlns:p14="http://schemas.microsoft.com/office/powerpoint/2010/main" val="2275450233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 preserve="1">
  <p:cSld name="Två 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4418" y="1893889"/>
            <a:ext cx="5375572" cy="4414837"/>
          </a:xfrm>
        </p:spPr>
        <p:txBody>
          <a:bodyPr/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2011" y="1893889"/>
            <a:ext cx="5375573" cy="4414837"/>
          </a:xfrm>
        </p:spPr>
        <p:txBody>
          <a:bodyPr/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March 21, 2023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8320843-58B8-4BF9-A704-7AAC2D1BD4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480440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image" preserve="1" userDrawn="1">
  <p:cSld name="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4418" y="1893889"/>
            <a:ext cx="5375572" cy="4414837"/>
          </a:xfrm>
        </p:spPr>
        <p:txBody>
          <a:bodyPr/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March 21, 2023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6C5CC4-9514-4909-9025-50BC222703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6192011" y="1893889"/>
            <a:ext cx="5375573" cy="44148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</a:p>
        </p:txBody>
      </p:sp>
    </p:spTree>
    <p:extLst>
      <p:ext uri="{BB962C8B-B14F-4D97-AF65-F5344CB8AC3E}">
        <p14:creationId xmlns:p14="http://schemas.microsoft.com/office/powerpoint/2010/main" val="2923576781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nd content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2011" y="1893889"/>
            <a:ext cx="5375573" cy="4414837"/>
          </a:xfrm>
        </p:spPr>
        <p:txBody>
          <a:bodyPr/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March 21, 2023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1215D2B-CA33-4F17-80AC-418F1866ACA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624418" y="1893889"/>
            <a:ext cx="5375572" cy="44148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</a:p>
        </p:txBody>
      </p:sp>
    </p:spTree>
    <p:extLst>
      <p:ext uri="{BB962C8B-B14F-4D97-AF65-F5344CB8AC3E}">
        <p14:creationId xmlns:p14="http://schemas.microsoft.com/office/powerpoint/2010/main" val="265491035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textbox" preserve="1" userDrawn="1">
  <p:cSld name="Content and text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4418" y="1893889"/>
            <a:ext cx="5375572" cy="4414837"/>
          </a:xfrm>
        </p:spPr>
        <p:txBody>
          <a:bodyPr/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March 21, 2023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78A1297-C9C8-4D28-AD12-F049964E4C9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059FB0C-E2B9-48B0-9B4C-2123663DF97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92011" y="1893889"/>
            <a:ext cx="5375573" cy="4414837"/>
          </a:xfrm>
          <a:solidFill>
            <a:schemeClr val="accent3"/>
          </a:solidFill>
        </p:spPr>
        <p:txBody>
          <a:bodyPr lIns="216000" tIns="180000" rIns="216000" bIns="180000"/>
          <a:lstStyle>
            <a:lvl1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</a:p>
        </p:txBody>
      </p:sp>
    </p:spTree>
    <p:extLst>
      <p:ext uri="{BB962C8B-B14F-4D97-AF65-F5344CB8AC3E}">
        <p14:creationId xmlns:p14="http://schemas.microsoft.com/office/powerpoint/2010/main" val="3056035256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box and content" preserve="1" userDrawn="1">
  <p:cSld name="Textbox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92011" y="1893889"/>
            <a:ext cx="5375573" cy="4414837"/>
          </a:xfrm>
        </p:spPr>
        <p:txBody>
          <a:bodyPr/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March 21, 2023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4ACC796-2BF5-4ACA-A048-009BF772B71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059FB0C-E2B9-48B0-9B4C-2123663DF97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4419" y="1893889"/>
            <a:ext cx="5375572" cy="4414837"/>
          </a:xfrm>
          <a:solidFill>
            <a:schemeClr val="accent3"/>
          </a:solidFill>
        </p:spPr>
        <p:txBody>
          <a:bodyPr lIns="216000" tIns="180000" rIns="216000" bIns="180000"/>
          <a:lstStyle>
            <a:lvl1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</a:p>
        </p:txBody>
      </p:sp>
    </p:spTree>
    <p:extLst>
      <p:ext uri="{BB962C8B-B14F-4D97-AF65-F5344CB8AC3E}">
        <p14:creationId xmlns:p14="http://schemas.microsoft.com/office/powerpoint/2010/main" val="160521520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o slide" preserve="1" userDrawn="1">
  <p:cSld name="Vide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March 21, 2023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2105538-8213-42EE-9ECD-78BCDAE3851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Media Placeholder 4">
            <a:extLst>
              <a:ext uri="{FF2B5EF4-FFF2-40B4-BE49-F238E27FC236}">
                <a16:creationId xmlns:a16="http://schemas.microsoft.com/office/drawing/2014/main" id="{066EEECB-ED56-4BED-B2AD-B3DF2F978782}"/>
              </a:ext>
            </a:extLst>
          </p:cNvPr>
          <p:cNvSpPr>
            <a:spLocks noGrp="1"/>
          </p:cNvSpPr>
          <p:nvPr>
            <p:ph type="media" sz="quarter" idx="12"/>
          </p:nvPr>
        </p:nvSpPr>
        <p:spPr>
          <a:xfrm>
            <a:off x="624418" y="1893889"/>
            <a:ext cx="10943167" cy="4414837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ett medieklipp</a:t>
            </a:r>
          </a:p>
        </p:txBody>
      </p:sp>
    </p:spTree>
    <p:extLst>
      <p:ext uri="{BB962C8B-B14F-4D97-AF65-F5344CB8AC3E}">
        <p14:creationId xmlns:p14="http://schemas.microsoft.com/office/powerpoint/2010/main" val="2323565506"/>
      </p:ext>
    </p:extLst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ntent" type="twoObj" preserve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4417" y="1893888"/>
            <a:ext cx="3484939" cy="4414838"/>
          </a:xfrm>
        </p:spPr>
        <p:txBody>
          <a:bodyPr/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53529" y="1893888"/>
            <a:ext cx="3484939" cy="4414838"/>
          </a:xfrm>
        </p:spPr>
        <p:txBody>
          <a:bodyPr/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March 21, 2023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35E16F-B48E-4FFD-B2AB-742E010E104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4B338744-10F7-4E61-89AE-83CE07B16422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8082643" y="1893888"/>
            <a:ext cx="3484939" cy="4414838"/>
          </a:xfrm>
        </p:spPr>
        <p:txBody>
          <a:bodyPr/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</a:p>
        </p:txBody>
      </p:sp>
    </p:spTree>
    <p:extLst>
      <p:ext uri="{BB962C8B-B14F-4D97-AF65-F5344CB8AC3E}">
        <p14:creationId xmlns:p14="http://schemas.microsoft.com/office/powerpoint/2010/main" val="809309913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x images" preserve="1" userDrawn="1">
  <p:cSld name="Six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March 21, 2023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54293E2-89BB-45F0-8F3E-633AC798546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3FB778EB-BDDC-49AF-B03F-DAB818E2C07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4417" y="1893889"/>
            <a:ext cx="3490384" cy="1585913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463ED580-8691-4B80-A345-F72ABF9E0D9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353529" y="1893889"/>
            <a:ext cx="3490384" cy="1585913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92B833DF-947F-40AD-9BD9-E749DA4259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082643" y="1893889"/>
            <a:ext cx="3490384" cy="1585913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</a:p>
        </p:txBody>
      </p:sp>
      <p:sp>
        <p:nvSpPr>
          <p:cNvPr id="20" name="Picture Placeholder 15">
            <a:extLst>
              <a:ext uri="{FF2B5EF4-FFF2-40B4-BE49-F238E27FC236}">
                <a16:creationId xmlns:a16="http://schemas.microsoft.com/office/drawing/2014/main" id="{0F9573DB-1AA5-43E4-8738-5174AFF8F3F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39964" y="4221090"/>
            <a:ext cx="3490384" cy="1585913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</a:p>
        </p:txBody>
      </p:sp>
      <p:sp>
        <p:nvSpPr>
          <p:cNvPr id="21" name="Picture Placeholder 15">
            <a:extLst>
              <a:ext uri="{FF2B5EF4-FFF2-40B4-BE49-F238E27FC236}">
                <a16:creationId xmlns:a16="http://schemas.microsoft.com/office/drawing/2014/main" id="{680F5396-1CF3-4B14-892B-C738F2F6AE6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347181" y="4221089"/>
            <a:ext cx="3490383" cy="1585913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01C9B41-2A4F-4B2B-A709-FDF9A7CC0D9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24418" y="3613151"/>
            <a:ext cx="3484033" cy="4308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 baseline="0"/>
            </a:lvl1pPr>
          </a:lstStyle>
          <a:p>
            <a:pPr lvl="0"/>
            <a:r>
              <a:rPr lang="en-US"/>
              <a:t>Klicka här för att ändra format på bakgrundstexten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C56FB70D-BD8D-49BC-A687-8975E162E4E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85816" y="3613151"/>
            <a:ext cx="3484033" cy="4308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en-US"/>
              <a:t>Klicka här för att ändra format på bakgrundstexten</a:t>
            </a:r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28E011EC-10F8-436E-9DDA-61E1F19DE94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53530" y="3613151"/>
            <a:ext cx="3484033" cy="4308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en-US"/>
              <a:t>Klicka här för att ändra format på bakgrundstexten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1E5099FC-074B-460C-9AE2-A19CEFD58B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86269" y="5877783"/>
            <a:ext cx="3484033" cy="4308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en-US"/>
              <a:t>Klicka här för att ändra format på bakgrundstexten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66CD4C66-5A67-43A7-9B9B-E21BB2496BF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353984" y="5877783"/>
            <a:ext cx="3484033" cy="4308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en-US"/>
              <a:t>Klicka här för att ändra format på bakgrundstexten</a:t>
            </a:r>
          </a:p>
        </p:txBody>
      </p:sp>
      <p:sp>
        <p:nvSpPr>
          <p:cNvPr id="29" name="Picture Placeholder 15">
            <a:extLst>
              <a:ext uri="{FF2B5EF4-FFF2-40B4-BE49-F238E27FC236}">
                <a16:creationId xmlns:a16="http://schemas.microsoft.com/office/drawing/2014/main" id="{ED6F8856-06D0-4144-BE54-794A295FAA7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082642" y="4221089"/>
            <a:ext cx="3490383" cy="1585913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F2A20350-CF85-46CC-94E5-07F9CAB81C0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4418" y="5877783"/>
            <a:ext cx="3484033" cy="4308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en-US"/>
              <a:t>Klicka här för att ändra format på bakgrundstexten</a:t>
            </a:r>
          </a:p>
        </p:txBody>
      </p:sp>
    </p:spTree>
    <p:extLst>
      <p:ext uri="{BB962C8B-B14F-4D97-AF65-F5344CB8AC3E}">
        <p14:creationId xmlns:p14="http://schemas.microsoft.com/office/powerpoint/2010/main" val="2884402329"/>
      </p:ext>
    </p:extLst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elve images" preserve="1" userDrawn="1">
  <p:cSld name="Twelv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March 21, 2023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734CFF-1795-4FE8-85CC-5659B48502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3FB778EB-BDDC-49AF-B03F-DAB818E2C07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4418" y="1893888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463ED580-8691-4B80-A345-F72ABF9E0D9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418922" y="1893888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92B833DF-947F-40AD-9BD9-E749DA4259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213426" y="1893888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</a:p>
        </p:txBody>
      </p:sp>
      <p:sp>
        <p:nvSpPr>
          <p:cNvPr id="20" name="Picture Placeholder 15">
            <a:extLst>
              <a:ext uri="{FF2B5EF4-FFF2-40B4-BE49-F238E27FC236}">
                <a16:creationId xmlns:a16="http://schemas.microsoft.com/office/drawing/2014/main" id="{0F9573DB-1AA5-43E4-8738-5174AFF8F3F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418922" y="3434293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</a:p>
        </p:txBody>
      </p:sp>
      <p:sp>
        <p:nvSpPr>
          <p:cNvPr id="21" name="Picture Placeholder 15">
            <a:extLst>
              <a:ext uri="{FF2B5EF4-FFF2-40B4-BE49-F238E27FC236}">
                <a16:creationId xmlns:a16="http://schemas.microsoft.com/office/drawing/2014/main" id="{680F5396-1CF3-4B14-892B-C738F2F6AE6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213426" y="3434293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</a:p>
        </p:txBody>
      </p:sp>
      <p:sp>
        <p:nvSpPr>
          <p:cNvPr id="29" name="Picture Placeholder 15">
            <a:extLst>
              <a:ext uri="{FF2B5EF4-FFF2-40B4-BE49-F238E27FC236}">
                <a16:creationId xmlns:a16="http://schemas.microsoft.com/office/drawing/2014/main" id="{ED6F8856-06D0-4144-BE54-794A295FAA7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24418" y="3434293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</a:p>
        </p:txBody>
      </p:sp>
      <p:sp>
        <p:nvSpPr>
          <p:cNvPr id="19" name="Picture Placeholder 15">
            <a:extLst>
              <a:ext uri="{FF2B5EF4-FFF2-40B4-BE49-F238E27FC236}">
                <a16:creationId xmlns:a16="http://schemas.microsoft.com/office/drawing/2014/main" id="{F94FD18F-3EA2-4DED-AC79-5C4CD2118BA2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007931" y="1893888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</a:p>
        </p:txBody>
      </p:sp>
      <p:sp>
        <p:nvSpPr>
          <p:cNvPr id="22" name="Picture Placeholder 15">
            <a:extLst>
              <a:ext uri="{FF2B5EF4-FFF2-40B4-BE49-F238E27FC236}">
                <a16:creationId xmlns:a16="http://schemas.microsoft.com/office/drawing/2014/main" id="{8D9FB38E-67FF-4522-9A37-1FE3A7DEBC4A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007931" y="3434293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</a:p>
        </p:txBody>
      </p:sp>
      <p:sp>
        <p:nvSpPr>
          <p:cNvPr id="26" name="Picture Placeholder 15">
            <a:extLst>
              <a:ext uri="{FF2B5EF4-FFF2-40B4-BE49-F238E27FC236}">
                <a16:creationId xmlns:a16="http://schemas.microsoft.com/office/drawing/2014/main" id="{96ACC5FC-7C2D-4C86-A768-39A77AA87F03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3418922" y="4974699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</a:p>
        </p:txBody>
      </p:sp>
      <p:sp>
        <p:nvSpPr>
          <p:cNvPr id="31" name="Picture Placeholder 15">
            <a:extLst>
              <a:ext uri="{FF2B5EF4-FFF2-40B4-BE49-F238E27FC236}">
                <a16:creationId xmlns:a16="http://schemas.microsoft.com/office/drawing/2014/main" id="{A34A9644-50FF-4C9E-8DEB-3ED52EBC94C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213426" y="4974699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</a:p>
        </p:txBody>
      </p:sp>
      <p:sp>
        <p:nvSpPr>
          <p:cNvPr id="32" name="Picture Placeholder 15">
            <a:extLst>
              <a:ext uri="{FF2B5EF4-FFF2-40B4-BE49-F238E27FC236}">
                <a16:creationId xmlns:a16="http://schemas.microsoft.com/office/drawing/2014/main" id="{735D12FE-C97E-4EAC-A09F-C4B92C908A30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624418" y="4974699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</a:p>
        </p:txBody>
      </p:sp>
      <p:sp>
        <p:nvSpPr>
          <p:cNvPr id="33" name="Picture Placeholder 15">
            <a:extLst>
              <a:ext uri="{FF2B5EF4-FFF2-40B4-BE49-F238E27FC236}">
                <a16:creationId xmlns:a16="http://schemas.microsoft.com/office/drawing/2014/main" id="{3B699549-9F8E-4FE8-8E7F-E8E4275D73CF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9007931" y="4974699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</a:p>
        </p:txBody>
      </p:sp>
    </p:spTree>
    <p:extLst>
      <p:ext uri="{BB962C8B-B14F-4D97-AF65-F5344CB8AC3E}">
        <p14:creationId xmlns:p14="http://schemas.microsoft.com/office/powerpoint/2010/main" val="3231289677"/>
      </p:ext>
    </p:extLst>
  </p:cSld>
  <p:clrMapOvr>
    <a:masterClrMapping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Image and text" preserve="1" userDrawn="1">
  <p:cSld name="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3DFEF8-E01E-4E5B-B4FF-C8A33994A2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6D0F761-54BB-40A0-93AA-3E475DA631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" y="3429001"/>
            <a:ext cx="2880000" cy="2879725"/>
          </a:xfrm>
          <a:solidFill>
            <a:schemeClr val="bg2"/>
          </a:solidFill>
        </p:spPr>
        <p:txBody>
          <a:bodyPr lIns="288000" tIns="180000" rIns="216000" bIns="216000"/>
          <a:lstStyle>
            <a:lvl1pPr marL="0" indent="0">
              <a:lnSpc>
                <a:spcPts val="2900"/>
              </a:lnSpc>
              <a:spcBef>
                <a:spcPts val="0"/>
              </a:spcBef>
              <a:buNone/>
              <a:defRPr sz="2500" b="1" spc="-4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Klicka här för att ändra format på bakgrundstexten</a:t>
            </a:r>
          </a:p>
        </p:txBody>
      </p:sp>
    </p:spTree>
    <p:extLst>
      <p:ext uri="{BB962C8B-B14F-4D97-AF65-F5344CB8AC3E}">
        <p14:creationId xmlns:p14="http://schemas.microsoft.com/office/powerpoint/2010/main" val="3265050300"/>
      </p:ext>
    </p:extLst>
  </p:cSld>
  <p:clrMapOvr>
    <a:masterClrMapping/>
  </p:clrMapOvr>
  <p:hf hd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Image only" preserve="1" userDrawn="1">
  <p:cSld name="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3DFEF8-E01E-4E5B-B4FF-C8A33994A2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</a:p>
        </p:txBody>
      </p:sp>
    </p:spTree>
    <p:extLst>
      <p:ext uri="{BB962C8B-B14F-4D97-AF65-F5344CB8AC3E}">
        <p14:creationId xmlns:p14="http://schemas.microsoft.com/office/powerpoint/2010/main" val="1155399404"/>
      </p:ext>
    </p:extLst>
  </p:cSld>
  <p:clrMapOvr>
    <a:masterClrMapping/>
  </p:clrMapOvr>
  <p:hf hd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C6B45A-EFF1-4E58-9F9A-4127EFA35B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March 21, 2023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6D9EB9-F9F8-41AB-A00A-D89087D357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91947D-3AD9-4A26-9850-4DC49739935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657215"/>
      </p:ext>
    </p:extLst>
  </p:cSld>
  <p:clrMapOvr>
    <a:masterClrMapping/>
  </p:clrMapOvr>
  <p:hf hdr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59274F-7E3D-416A-949B-2EB6E207D39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March 21, 2023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981EF-CC4D-4625-9F0B-54F2B2E980A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B7B5835-89AF-4FB4-B9D1-13A5D07C0B0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379330"/>
      </p:ext>
    </p:extLst>
  </p:cSld>
  <p:clrMapOvr>
    <a:masterClrMapping/>
  </p:clrMapOvr>
  <p:hf hdr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 type="titleOnly" preserve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C6B45A-EFF1-4E58-9F9A-4127EFA35B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March 21, 2023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6D9EB9-F9F8-41AB-A00A-D89087D357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40FF1BF-1755-46E9-83D5-62F91E017A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064347"/>
      </p:ext>
    </p:extLst>
  </p:cSld>
  <p:clrMapOvr>
    <a:masterClrMapping/>
  </p:clrMapOvr>
  <p:hf hdr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Logo" type="blank" preserve="1">
  <p:cSld name="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61F4B7B6-B0BE-4A29-95E0-E5E0A778A2D1}"/>
              </a:ext>
            </a:extLst>
          </p:cNvPr>
          <p:cNvPicPr>
            <a:picLocks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88236" y="2088291"/>
            <a:ext cx="5542959" cy="212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454425"/>
      </p:ext>
    </p:extLst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ags" Target="../tags/tag5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ags" Target="../tags/tag4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3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2.xml"/><Relationship Id="rId28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Relationship Id="rId2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69189715-7F5C-4885-88C7-CAF1CD599A9E}"/>
              </a:ext>
            </a:extLst>
          </p:cNvPr>
          <p:cNvPicPr>
            <a:picLocks/>
          </p:cNvPicPr>
          <p:nvPr userDrawn="1">
            <p:custDataLst>
              <p:tags r:id="rId23"/>
            </p:custDataLst>
          </p:nvPr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0514631" y="608783"/>
            <a:ext cx="1087200" cy="417309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4418" y="677466"/>
            <a:ext cx="9311517" cy="73531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4418" y="1893888"/>
            <a:ext cx="10943167" cy="44148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4418" y="6502230"/>
            <a:ext cx="7127765" cy="2088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ts val="1600"/>
              </a:lnSpc>
              <a:defRPr sz="1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March 21,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76520" y="6502230"/>
            <a:ext cx="791064" cy="2088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lnSpc>
                <a:spcPts val="1600"/>
              </a:lnSpc>
              <a:defRPr sz="1000" b="1">
                <a:solidFill>
                  <a:schemeClr val="tx1"/>
                </a:solidFill>
              </a:defRPr>
            </a:lvl1pPr>
          </a:lstStyle>
          <a:p>
            <a:fld id="{56073475-BAE6-41FA-AEF6-04BE1445E02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lassification" hidden="1"/>
          <p:cNvSpPr txBox="1">
            <a:spLocks/>
          </p:cNvSpPr>
          <p:nvPr userDrawn="1">
            <p:custDataLst>
              <p:tags r:id="rId24"/>
            </p:custDataLst>
          </p:nvPr>
        </p:nvSpPr>
        <p:spPr>
          <a:xfrm>
            <a:off x="7968208" y="6502230"/>
            <a:ext cx="151139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>
                <a:solidFill>
                  <a:schemeClr val="tx1"/>
                </a:solidFill>
                <a:latin typeface="+mn-lt"/>
              </a:rPr>
              <a:t>Classification</a:t>
            </a:r>
          </a:p>
        </p:txBody>
      </p:sp>
      <p:sp>
        <p:nvSpPr>
          <p:cNvPr id="9" name="Status" hidden="1"/>
          <p:cNvSpPr txBox="1">
            <a:spLocks/>
          </p:cNvSpPr>
          <p:nvPr userDrawn="1">
            <p:custDataLst>
              <p:tags r:id="rId25"/>
            </p:custDataLst>
          </p:nvPr>
        </p:nvSpPr>
        <p:spPr>
          <a:xfrm>
            <a:off x="9579323" y="6502230"/>
            <a:ext cx="112518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>
                <a:solidFill>
                  <a:schemeClr val="tx1"/>
                </a:solidFill>
                <a:latin typeface="+mn-lt"/>
              </a:rPr>
              <a:t>Status</a:t>
            </a:r>
          </a:p>
        </p:txBody>
      </p:sp>
      <p:sp>
        <p:nvSpPr>
          <p:cNvPr id="10" name="Textbox" hidden="1"/>
          <p:cNvSpPr txBox="1">
            <a:spLocks/>
          </p:cNvSpPr>
          <p:nvPr userDrawn="1">
            <p:custDataLst>
              <p:tags r:id="rId26"/>
            </p:custDataLst>
          </p:nvPr>
        </p:nvSpPr>
        <p:spPr>
          <a:xfrm>
            <a:off x="624418" y="6031726"/>
            <a:ext cx="10943167" cy="276999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pPr marL="0" indent="0">
              <a:buSzPct val="100000"/>
              <a:buFont typeface="Arial" panose="020B0604020202020204" pitchFamily="34" charset="0"/>
              <a:buNone/>
            </a:pPr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014387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1" r:id="rId2"/>
    <p:sldLayoutId id="2147483683" r:id="rId3"/>
    <p:sldLayoutId id="2147483681" r:id="rId4"/>
    <p:sldLayoutId id="2147483682" r:id="rId5"/>
    <p:sldLayoutId id="2147483662" r:id="rId6"/>
    <p:sldLayoutId id="2147483664" r:id="rId7"/>
    <p:sldLayoutId id="2147483678" r:id="rId8"/>
    <p:sldLayoutId id="2147483679" r:id="rId9"/>
    <p:sldLayoutId id="2147483675" r:id="rId10"/>
    <p:sldLayoutId id="2147483676" r:id="rId11"/>
    <p:sldLayoutId id="2147483677" r:id="rId12"/>
    <p:sldLayoutId id="2147483668" r:id="rId13"/>
    <p:sldLayoutId id="2147483669" r:id="rId14"/>
    <p:sldLayoutId id="2147483670" r:id="rId15"/>
    <p:sldLayoutId id="2147483673" r:id="rId16"/>
    <p:sldLayoutId id="2147483672" r:id="rId17"/>
    <p:sldLayoutId id="2147483666" r:id="rId18"/>
    <p:sldLayoutId id="2147483667" r:id="rId19"/>
    <p:sldLayoutId id="2147483680" r:id="rId20"/>
    <p:sldLayoutId id="2147483674" r:id="rId21"/>
  </p:sldLayoutIdLst>
  <p:hf hdr="0"/>
  <p:txStyles>
    <p:titleStyle>
      <a:lvl1pPr algn="l" defTabSz="914400" rtl="0" eaLnBrk="1" latinLnBrk="0" hangingPunct="1">
        <a:lnSpc>
          <a:spcPts val="2900"/>
        </a:lnSpc>
        <a:spcBef>
          <a:spcPct val="0"/>
        </a:spcBef>
        <a:buNone/>
        <a:defRPr sz="2700" b="1" kern="1200" spc="-4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34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2000" kern="1200" spc="-10" baseline="0">
          <a:solidFill>
            <a:schemeClr val="tx1"/>
          </a:solidFill>
          <a:latin typeface="+mn-lt"/>
          <a:ea typeface="+mn-ea"/>
          <a:cs typeface="+mn-cs"/>
        </a:defRPr>
      </a:lvl1pPr>
      <a:lvl2pPr marL="468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800" kern="1200" spc="-10" baseline="0">
          <a:solidFill>
            <a:schemeClr val="tx1"/>
          </a:solidFill>
          <a:latin typeface="+mn-lt"/>
          <a:ea typeface="+mn-ea"/>
          <a:cs typeface="+mn-cs"/>
        </a:defRPr>
      </a:lvl2pPr>
      <a:lvl3pPr marL="702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3pPr>
      <a:lvl4pPr marL="936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4pPr>
      <a:lvl5pPr marL="1170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5pPr>
      <a:lvl6pPr marL="1404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638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872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106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93" userDrawn="1">
          <p15:clr>
            <a:srgbClr val="F26B43"/>
          </p15:clr>
        </p15:guide>
        <p15:guide id="2" orient="horz" pos="609" userDrawn="1">
          <p15:clr>
            <a:srgbClr val="F26B43"/>
          </p15:clr>
        </p15:guide>
        <p15:guide id="3" orient="horz" pos="1191" userDrawn="1">
          <p15:clr>
            <a:srgbClr val="F26B43"/>
          </p15:clr>
        </p15:guide>
        <p15:guide id="4" orient="horz" pos="3974" userDrawn="1">
          <p15:clr>
            <a:srgbClr val="F26B43"/>
          </p15:clr>
        </p15:guide>
        <p15:guide id="5" orient="horz" pos="4193" userDrawn="1">
          <p15:clr>
            <a:srgbClr val="F26B43"/>
          </p15:clr>
        </p15:guide>
        <p15:guide id="6" pos="728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slide" Target="slide9.xml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jpeg"/><Relationship Id="rId11" Type="http://schemas.openxmlformats.org/officeDocument/2006/relationships/image" Target="../media/image11.png"/><Relationship Id="rId5" Type="http://schemas.openxmlformats.org/officeDocument/2006/relationships/image" Target="../media/image6.jpeg"/><Relationship Id="rId10" Type="http://schemas.openxmlformats.org/officeDocument/2006/relationships/image" Target="../media/image10.png"/><Relationship Id="rId4" Type="http://schemas.openxmlformats.org/officeDocument/2006/relationships/image" Target="../media/image5.jpeg"/><Relationship Id="rId9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err="1"/>
              <a:t>Givare</a:t>
            </a:r>
            <a:r>
              <a:rPr lang="en-US"/>
              <a:t> – </a:t>
            </a:r>
            <a:r>
              <a:rPr lang="en-US" err="1"/>
              <a:t>nivå</a:t>
            </a:r>
            <a:r>
              <a:rPr lang="en-US"/>
              <a:t> S1 </a:t>
            </a:r>
            <a:r>
              <a:rPr lang="en-US" err="1"/>
              <a:t>och</a:t>
            </a:r>
            <a:r>
              <a:rPr lang="en-US"/>
              <a:t> S2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F1314506-4292-4685-C473-8B0F7FC193E4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dirty="0" err="1"/>
              <a:t>Utbildning</a:t>
            </a:r>
            <a:r>
              <a:rPr lang="en-US" dirty="0"/>
              <a:t> med Belimo </a:t>
            </a:r>
          </a:p>
        </p:txBody>
      </p:sp>
    </p:spTree>
    <p:extLst>
      <p:ext uri="{BB962C8B-B14F-4D97-AF65-F5344CB8AC3E}">
        <p14:creationId xmlns:p14="http://schemas.microsoft.com/office/powerpoint/2010/main" val="2207704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Givare</a:t>
            </a:r>
            <a:r>
              <a:rPr lang="en-US"/>
              <a:t> S1 </a:t>
            </a:r>
            <a:r>
              <a:rPr lang="en-US" err="1"/>
              <a:t>och</a:t>
            </a:r>
            <a:r>
              <a:rPr lang="en-US"/>
              <a:t> S2</a:t>
            </a:r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7B643CE7-B34B-E186-D156-9A59BA88488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>
              <a:cs typeface="Arial"/>
            </a:endParaRPr>
          </a:p>
        </p:txBody>
      </p:sp>
      <p:sp>
        <p:nvSpPr>
          <p:cNvPr id="7" name="textruta 6">
            <a:extLst>
              <a:ext uri="{FF2B5EF4-FFF2-40B4-BE49-F238E27FC236}">
                <a16:creationId xmlns:a16="http://schemas.microsoft.com/office/drawing/2014/main" id="{AEC1F94E-1735-91D7-FDFD-D67AA99E2259}"/>
              </a:ext>
            </a:extLst>
          </p:cNvPr>
          <p:cNvSpPr txBox="1"/>
          <p:nvPr/>
        </p:nvSpPr>
        <p:spPr>
          <a:xfrm>
            <a:off x="1271464" y="1988840"/>
            <a:ext cx="1524776" cy="523220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none" rtlCol="0">
            <a:spAutoFit/>
          </a:bodyPr>
          <a:lstStyle/>
          <a:p>
            <a:r>
              <a:rPr lang="en-US" sz="2800" b="1" err="1">
                <a:solidFill>
                  <a:schemeClr val="bg2"/>
                </a:solidFill>
              </a:rPr>
              <a:t>Passiva</a:t>
            </a:r>
            <a:endParaRPr lang="en-US" sz="2800" b="1">
              <a:solidFill>
                <a:schemeClr val="bg2"/>
              </a:solidFill>
            </a:endParaRPr>
          </a:p>
        </p:txBody>
      </p:sp>
      <p:sp>
        <p:nvSpPr>
          <p:cNvPr id="8" name="textruta 7">
            <a:extLst>
              <a:ext uri="{FF2B5EF4-FFF2-40B4-BE49-F238E27FC236}">
                <a16:creationId xmlns:a16="http://schemas.microsoft.com/office/drawing/2014/main" id="{84E63563-89B6-7090-7728-677E77CEB75C}"/>
              </a:ext>
            </a:extLst>
          </p:cNvPr>
          <p:cNvSpPr txBox="1"/>
          <p:nvPr/>
        </p:nvSpPr>
        <p:spPr>
          <a:xfrm>
            <a:off x="3287688" y="2924944"/>
            <a:ext cx="2223686" cy="523220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none" rtlCol="0">
            <a:spAutoFit/>
          </a:bodyPr>
          <a:lstStyle/>
          <a:p>
            <a:r>
              <a:rPr lang="en-US" sz="2800" b="1" err="1">
                <a:solidFill>
                  <a:schemeClr val="bg2"/>
                </a:solidFill>
              </a:rPr>
              <a:t>Kanalgivare</a:t>
            </a:r>
            <a:endParaRPr lang="en-US" sz="2800" b="1">
              <a:solidFill>
                <a:schemeClr val="bg2"/>
              </a:solidFill>
            </a:endParaRPr>
          </a:p>
        </p:txBody>
      </p:sp>
      <p:sp>
        <p:nvSpPr>
          <p:cNvPr id="9" name="textruta 8">
            <a:extLst>
              <a:ext uri="{FF2B5EF4-FFF2-40B4-BE49-F238E27FC236}">
                <a16:creationId xmlns:a16="http://schemas.microsoft.com/office/drawing/2014/main" id="{3CFB8AE8-1848-E154-0D59-27E2E4544F29}"/>
              </a:ext>
            </a:extLst>
          </p:cNvPr>
          <p:cNvSpPr txBox="1"/>
          <p:nvPr/>
        </p:nvSpPr>
        <p:spPr>
          <a:xfrm>
            <a:off x="1423864" y="4138407"/>
            <a:ext cx="1863011" cy="523220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none" rtlCol="0">
            <a:spAutoFit/>
          </a:bodyPr>
          <a:lstStyle/>
          <a:p>
            <a:r>
              <a:rPr lang="en-US" sz="2800" b="1" err="1">
                <a:solidFill>
                  <a:schemeClr val="bg2"/>
                </a:solidFill>
              </a:rPr>
              <a:t>Rörgivare</a:t>
            </a:r>
            <a:endParaRPr lang="en-US" sz="2800" b="1">
              <a:solidFill>
                <a:schemeClr val="bg2"/>
              </a:solidFill>
            </a:endParaRPr>
          </a:p>
        </p:txBody>
      </p:sp>
      <p:sp>
        <p:nvSpPr>
          <p:cNvPr id="10" name="textruta 9">
            <a:extLst>
              <a:ext uri="{FF2B5EF4-FFF2-40B4-BE49-F238E27FC236}">
                <a16:creationId xmlns:a16="http://schemas.microsoft.com/office/drawing/2014/main" id="{579D9985-5031-C80F-A41A-26CEFA7F4203}"/>
              </a:ext>
            </a:extLst>
          </p:cNvPr>
          <p:cNvSpPr txBox="1"/>
          <p:nvPr/>
        </p:nvSpPr>
        <p:spPr>
          <a:xfrm>
            <a:off x="4783886" y="1831388"/>
            <a:ext cx="1265090" cy="523220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none" rtlCol="0">
            <a:spAutoFit/>
          </a:bodyPr>
          <a:lstStyle/>
          <a:p>
            <a:r>
              <a:rPr lang="en-US" sz="2800" b="1" err="1">
                <a:solidFill>
                  <a:schemeClr val="bg2"/>
                </a:solidFill>
              </a:rPr>
              <a:t>Aktiva</a:t>
            </a:r>
            <a:endParaRPr lang="en-US" sz="2800" b="1">
              <a:solidFill>
                <a:schemeClr val="bg2"/>
              </a:solidFill>
            </a:endParaRPr>
          </a:p>
        </p:txBody>
      </p:sp>
      <p:sp>
        <p:nvSpPr>
          <p:cNvPr id="11" name="textruta 10">
            <a:extLst>
              <a:ext uri="{FF2B5EF4-FFF2-40B4-BE49-F238E27FC236}">
                <a16:creationId xmlns:a16="http://schemas.microsoft.com/office/drawing/2014/main" id="{4F0315DA-0428-7C59-CAA2-0D71469B6A2E}"/>
              </a:ext>
            </a:extLst>
          </p:cNvPr>
          <p:cNvSpPr txBox="1"/>
          <p:nvPr/>
        </p:nvSpPr>
        <p:spPr>
          <a:xfrm>
            <a:off x="3864753" y="5190846"/>
            <a:ext cx="1345240" cy="523220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none" rtlCol="0">
            <a:spAutoFit/>
          </a:bodyPr>
          <a:lstStyle/>
          <a:p>
            <a:r>
              <a:rPr lang="en-US" sz="2800" b="1">
                <a:solidFill>
                  <a:schemeClr val="bg2"/>
                </a:solidFill>
              </a:rPr>
              <a:t>Pt1000</a:t>
            </a:r>
          </a:p>
        </p:txBody>
      </p:sp>
      <p:sp>
        <p:nvSpPr>
          <p:cNvPr id="12" name="textruta 11">
            <a:extLst>
              <a:ext uri="{FF2B5EF4-FFF2-40B4-BE49-F238E27FC236}">
                <a16:creationId xmlns:a16="http://schemas.microsoft.com/office/drawing/2014/main" id="{564D087A-23C4-40C6-4304-2DF7E8AA8B48}"/>
              </a:ext>
            </a:extLst>
          </p:cNvPr>
          <p:cNvSpPr txBox="1"/>
          <p:nvPr/>
        </p:nvSpPr>
        <p:spPr>
          <a:xfrm>
            <a:off x="6240016" y="2475379"/>
            <a:ext cx="2802370" cy="523220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none" rtlCol="0">
            <a:spAutoFit/>
          </a:bodyPr>
          <a:lstStyle/>
          <a:p>
            <a:r>
              <a:rPr lang="en-US" sz="2800" b="1" err="1">
                <a:solidFill>
                  <a:schemeClr val="bg2"/>
                </a:solidFill>
              </a:rPr>
              <a:t>Utomhusgivare</a:t>
            </a:r>
            <a:endParaRPr lang="en-US" sz="2800" b="1">
              <a:solidFill>
                <a:schemeClr val="bg2"/>
              </a:solidFill>
            </a:endParaRPr>
          </a:p>
        </p:txBody>
      </p:sp>
      <p:sp>
        <p:nvSpPr>
          <p:cNvPr id="13" name="textruta 12">
            <a:extLst>
              <a:ext uri="{FF2B5EF4-FFF2-40B4-BE49-F238E27FC236}">
                <a16:creationId xmlns:a16="http://schemas.microsoft.com/office/drawing/2014/main" id="{CAA9FE86-FD71-DA67-FD1A-D46844592898}"/>
              </a:ext>
            </a:extLst>
          </p:cNvPr>
          <p:cNvSpPr txBox="1"/>
          <p:nvPr/>
        </p:nvSpPr>
        <p:spPr>
          <a:xfrm>
            <a:off x="6240016" y="5190846"/>
            <a:ext cx="2481770" cy="523220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none" rtlCol="0">
            <a:spAutoFit/>
          </a:bodyPr>
          <a:lstStyle/>
          <a:p>
            <a:r>
              <a:rPr lang="en-US" sz="2800" b="1" err="1">
                <a:solidFill>
                  <a:schemeClr val="bg2"/>
                </a:solidFill>
              </a:rPr>
              <a:t>Energimätare</a:t>
            </a:r>
            <a:endParaRPr lang="en-US" sz="2800" b="1">
              <a:solidFill>
                <a:schemeClr val="bg2"/>
              </a:solidFill>
            </a:endParaRPr>
          </a:p>
        </p:txBody>
      </p:sp>
      <p:sp>
        <p:nvSpPr>
          <p:cNvPr id="14" name="textruta 13">
            <a:extLst>
              <a:ext uri="{FF2B5EF4-FFF2-40B4-BE49-F238E27FC236}">
                <a16:creationId xmlns:a16="http://schemas.microsoft.com/office/drawing/2014/main" id="{7C8A6CE1-EE51-D8C0-7992-6C52DCB17836}"/>
              </a:ext>
            </a:extLst>
          </p:cNvPr>
          <p:cNvSpPr txBox="1"/>
          <p:nvPr/>
        </p:nvSpPr>
        <p:spPr>
          <a:xfrm>
            <a:off x="6016225" y="3679041"/>
            <a:ext cx="2242922" cy="523220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none" rtlCol="0">
            <a:spAutoFit/>
          </a:bodyPr>
          <a:lstStyle/>
          <a:p>
            <a:r>
              <a:rPr lang="en-US" sz="2800" b="1" err="1">
                <a:solidFill>
                  <a:schemeClr val="bg2"/>
                </a:solidFill>
              </a:rPr>
              <a:t>Rumsgivare</a:t>
            </a:r>
            <a:endParaRPr lang="en-US" sz="2800" b="1">
              <a:solidFill>
                <a:schemeClr val="bg2"/>
              </a:solidFill>
            </a:endParaRPr>
          </a:p>
        </p:txBody>
      </p:sp>
      <p:sp>
        <p:nvSpPr>
          <p:cNvPr id="15" name="textruta 14">
            <a:extLst>
              <a:ext uri="{FF2B5EF4-FFF2-40B4-BE49-F238E27FC236}">
                <a16:creationId xmlns:a16="http://schemas.microsoft.com/office/drawing/2014/main" id="{0591BF45-2EAF-5858-6789-63BAED814FD9}"/>
              </a:ext>
            </a:extLst>
          </p:cNvPr>
          <p:cNvSpPr txBox="1"/>
          <p:nvPr/>
        </p:nvSpPr>
        <p:spPr>
          <a:xfrm>
            <a:off x="8472264" y="4302035"/>
            <a:ext cx="2403222" cy="523220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none" rtlCol="0">
            <a:spAutoFit/>
          </a:bodyPr>
          <a:lstStyle/>
          <a:p>
            <a:r>
              <a:rPr lang="en-US" sz="2800" b="1" err="1">
                <a:solidFill>
                  <a:schemeClr val="bg2"/>
                </a:solidFill>
              </a:rPr>
              <a:t>Flödesgivare</a:t>
            </a:r>
            <a:endParaRPr lang="en-US" sz="2800" b="1">
              <a:solidFill>
                <a:schemeClr val="bg2"/>
              </a:solidFill>
            </a:endParaRPr>
          </a:p>
        </p:txBody>
      </p:sp>
      <p:sp>
        <p:nvSpPr>
          <p:cNvPr id="16" name="textruta 15">
            <a:extLst>
              <a:ext uri="{FF2B5EF4-FFF2-40B4-BE49-F238E27FC236}">
                <a16:creationId xmlns:a16="http://schemas.microsoft.com/office/drawing/2014/main" id="{D55A547E-039E-928A-7FE7-DD8D3B15532C}"/>
              </a:ext>
            </a:extLst>
          </p:cNvPr>
          <p:cNvSpPr txBox="1"/>
          <p:nvPr/>
        </p:nvSpPr>
        <p:spPr>
          <a:xfrm>
            <a:off x="3202602" y="2138447"/>
            <a:ext cx="1345240" cy="523220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 b="1">
                <a:solidFill>
                  <a:schemeClr val="bg2"/>
                </a:solidFill>
              </a:defRPr>
            </a:lvl1pPr>
          </a:lstStyle>
          <a:p>
            <a:r>
              <a:rPr lang="en-US"/>
              <a:t>Ni1000</a:t>
            </a:r>
          </a:p>
        </p:txBody>
      </p:sp>
      <p:sp>
        <p:nvSpPr>
          <p:cNvPr id="17" name="textruta 16">
            <a:extLst>
              <a:ext uri="{FF2B5EF4-FFF2-40B4-BE49-F238E27FC236}">
                <a16:creationId xmlns:a16="http://schemas.microsoft.com/office/drawing/2014/main" id="{7BB65857-3327-C6D0-795C-5233414AD59F}"/>
              </a:ext>
            </a:extLst>
          </p:cNvPr>
          <p:cNvSpPr txBox="1"/>
          <p:nvPr/>
        </p:nvSpPr>
        <p:spPr>
          <a:xfrm>
            <a:off x="1023755" y="3262176"/>
            <a:ext cx="923651" cy="523220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none" rtlCol="0">
            <a:spAutoFit/>
          </a:bodyPr>
          <a:lstStyle/>
          <a:p>
            <a:r>
              <a:rPr lang="en-US" sz="2800" b="1">
                <a:solidFill>
                  <a:schemeClr val="bg2"/>
                </a:solidFill>
              </a:rPr>
              <a:t>NTC</a:t>
            </a:r>
          </a:p>
        </p:txBody>
      </p:sp>
    </p:spTree>
    <p:extLst>
      <p:ext uri="{BB962C8B-B14F-4D97-AF65-F5344CB8AC3E}">
        <p14:creationId xmlns:p14="http://schemas.microsoft.com/office/powerpoint/2010/main" val="1565260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F0C4E26-C83B-4C26-9825-13FE645C1A97}" type="slidenum">
              <a:rPr lang="en-GB" smtClean="0"/>
              <a:t>3</a:t>
            </a:fld>
            <a:endParaRPr lang="en-GB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2E92163-CB8F-4A74-8B6E-E3DC3E0AC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9" y="677466"/>
            <a:ext cx="6191662" cy="735310"/>
          </a:xfrm>
        </p:spPr>
        <p:txBody>
          <a:bodyPr/>
          <a:lstStyle/>
          <a:p>
            <a:r>
              <a:rPr lang="en-GB" err="1"/>
              <a:t>Belimos</a:t>
            </a:r>
            <a:r>
              <a:rPr lang="en-GB"/>
              <a:t> </a:t>
            </a:r>
            <a:r>
              <a:rPr lang="en-GB" err="1"/>
              <a:t>givare</a:t>
            </a:r>
            <a:endParaRPr lang="en-GB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8FF4A9E-422B-454F-87DC-943BD32766B2}"/>
              </a:ext>
            </a:extLst>
          </p:cNvPr>
          <p:cNvGrpSpPr/>
          <p:nvPr/>
        </p:nvGrpSpPr>
        <p:grpSpPr>
          <a:xfrm>
            <a:off x="1127448" y="1890712"/>
            <a:ext cx="2054063" cy="2096889"/>
            <a:chOff x="1127448" y="1890712"/>
            <a:chExt cx="2054063" cy="2096889"/>
          </a:xfrm>
        </p:grpSpPr>
        <p:sp>
          <p:nvSpPr>
            <p:cNvPr id="29" name="Text Placeholder 53">
              <a:hlinkClick r:id="" action="ppaction://noaction"/>
              <a:extLst>
                <a:ext uri="{FF2B5EF4-FFF2-40B4-BE49-F238E27FC236}">
                  <a16:creationId xmlns:a16="http://schemas.microsoft.com/office/drawing/2014/main" id="{C81F21A7-EF56-444E-9AF2-F1EE0A6FF62E}"/>
                </a:ext>
              </a:extLst>
            </p:cNvPr>
            <p:cNvSpPr txBox="1">
              <a:spLocks/>
            </p:cNvSpPr>
            <p:nvPr/>
          </p:nvSpPr>
          <p:spPr>
            <a:xfrm>
              <a:off x="1127448" y="1890712"/>
              <a:ext cx="2054063" cy="2096889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  <a:effectLst>
              <a:outerShdw blurRad="254000" algn="ctr" rotWithShape="0">
                <a:srgbClr val="000000">
                  <a:alpha val="20000"/>
                </a:srgbClr>
              </a:outerShdw>
            </a:effectLst>
          </p:spPr>
          <p:txBody>
            <a:bodyPr vert="horz" lIns="180000" tIns="2232000" rIns="180000" bIns="180000" rtlCol="0" anchor="t">
              <a:noAutofit/>
            </a:bodyPr>
            <a:lstStyle>
              <a:lvl1pPr indent="0" algn="ctr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Arial" panose="020B0604020202020204" pitchFamily="34" charset="0"/>
                <a:buNone/>
                <a:defRPr sz="1600" b="1" spc="-10" baseline="0">
                  <a:solidFill>
                    <a:schemeClr val="bg1"/>
                  </a:solidFill>
                </a:defRPr>
              </a:lvl1pPr>
              <a:lvl2pPr marL="234000" indent="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None/>
                <a:defRPr spc="-10" baseline="0"/>
              </a:lvl2pPr>
              <a:lvl3pPr marL="702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 spc="-10" baseline="0"/>
              </a:lvl3pPr>
              <a:lvl4pPr marL="936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 spc="-10" baseline="0"/>
              </a:lvl4pPr>
              <a:lvl5pPr marL="1170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 spc="-10" baseline="0"/>
              </a:lvl5pPr>
              <a:lvl6pPr marL="1404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/>
              </a:lvl6pPr>
              <a:lvl7pPr marL="1638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/>
              </a:lvl7pPr>
              <a:lvl8pPr marL="1872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/>
              </a:lvl8pPr>
              <a:lvl9pPr marL="2106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/>
              </a:lvl9pPr>
            </a:lstStyle>
            <a:p>
              <a:endParaRPr lang="de-CH">
                <a:solidFill>
                  <a:schemeClr val="tx1"/>
                </a:solidFill>
              </a:endParaRPr>
            </a:p>
          </p:txBody>
        </p:sp>
        <p:sp>
          <p:nvSpPr>
            <p:cNvPr id="30" name="Rechteck 17">
              <a:hlinkClick r:id="" action="ppaction://noaction"/>
              <a:extLst>
                <a:ext uri="{FF2B5EF4-FFF2-40B4-BE49-F238E27FC236}">
                  <a16:creationId xmlns:a16="http://schemas.microsoft.com/office/drawing/2014/main" id="{6D939C5A-12D2-4FDD-B5D5-30B4DCBF7BEA}"/>
                </a:ext>
              </a:extLst>
            </p:cNvPr>
            <p:cNvSpPr/>
            <p:nvPr/>
          </p:nvSpPr>
          <p:spPr>
            <a:xfrm>
              <a:off x="1216027" y="1978764"/>
              <a:ext cx="1876902" cy="1462378"/>
            </a:xfrm>
            <a:prstGeom prst="rect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pic>
          <p:nvPicPr>
            <p:cNvPr id="31" name="Picture 30">
              <a:hlinkClick r:id="rId3" action="ppaction://hlinksldjump"/>
              <a:extLst>
                <a:ext uri="{FF2B5EF4-FFF2-40B4-BE49-F238E27FC236}">
                  <a16:creationId xmlns:a16="http://schemas.microsoft.com/office/drawing/2014/main" id="{42F2A516-C85A-4C59-9805-09AD088817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27327" y="2008778"/>
              <a:ext cx="1019601" cy="1362429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6A092D5-862B-4951-9965-B7680F3257FF}"/>
                </a:ext>
              </a:extLst>
            </p:cNvPr>
            <p:cNvSpPr txBox="1"/>
            <p:nvPr/>
          </p:nvSpPr>
          <p:spPr>
            <a:xfrm>
              <a:off x="1127448" y="3537435"/>
              <a:ext cx="205406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 dirty="0" err="1"/>
                <a:t>Temperatur</a:t>
              </a:r>
              <a:endParaRPr lang="en-GB" sz="1600" b="1" dirty="0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BAFF2AA-C0FE-4065-A6DB-07B8773CE54D}"/>
              </a:ext>
            </a:extLst>
          </p:cNvPr>
          <p:cNvGrpSpPr/>
          <p:nvPr/>
        </p:nvGrpSpPr>
        <p:grpSpPr>
          <a:xfrm>
            <a:off x="3765828" y="1890712"/>
            <a:ext cx="2046551" cy="2096889"/>
            <a:chOff x="3213682" y="1890713"/>
            <a:chExt cx="2046551" cy="2096889"/>
          </a:xfrm>
        </p:grpSpPr>
        <p:sp>
          <p:nvSpPr>
            <p:cNvPr id="34" name="Text Placeholder 53">
              <a:hlinkClick r:id="" action="ppaction://noaction"/>
              <a:extLst>
                <a:ext uri="{FF2B5EF4-FFF2-40B4-BE49-F238E27FC236}">
                  <a16:creationId xmlns:a16="http://schemas.microsoft.com/office/drawing/2014/main" id="{DC69C108-B682-4651-92E2-FED20AF3A068}"/>
                </a:ext>
              </a:extLst>
            </p:cNvPr>
            <p:cNvSpPr txBox="1">
              <a:spLocks/>
            </p:cNvSpPr>
            <p:nvPr/>
          </p:nvSpPr>
          <p:spPr>
            <a:xfrm>
              <a:off x="3213682" y="1890713"/>
              <a:ext cx="2046551" cy="2096889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  <a:effectLst>
              <a:outerShdw blurRad="254000" algn="ctr" rotWithShape="0">
                <a:srgbClr val="000000">
                  <a:alpha val="20000"/>
                </a:srgbClr>
              </a:outerShdw>
            </a:effectLst>
          </p:spPr>
          <p:txBody>
            <a:bodyPr vert="horz" lIns="180000" tIns="2232000" rIns="180000" bIns="180000" rtlCol="0" anchor="t">
              <a:noAutofit/>
            </a:bodyPr>
            <a:lstStyle>
              <a:lvl1pPr indent="0" algn="ctr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Arial" panose="020B0604020202020204" pitchFamily="34" charset="0"/>
                <a:buNone/>
                <a:defRPr sz="1600" b="1" spc="-10" baseline="0">
                  <a:solidFill>
                    <a:schemeClr val="bg1"/>
                  </a:solidFill>
                </a:defRPr>
              </a:lvl1pPr>
              <a:lvl2pPr marL="234000" indent="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None/>
                <a:defRPr spc="-10" baseline="0"/>
              </a:lvl2pPr>
              <a:lvl3pPr marL="702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 spc="-10" baseline="0"/>
              </a:lvl3pPr>
              <a:lvl4pPr marL="936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 spc="-10" baseline="0"/>
              </a:lvl4pPr>
              <a:lvl5pPr marL="1170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 spc="-10" baseline="0"/>
              </a:lvl5pPr>
              <a:lvl6pPr marL="1404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/>
              </a:lvl6pPr>
              <a:lvl7pPr marL="1638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/>
              </a:lvl7pPr>
              <a:lvl8pPr marL="1872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/>
              </a:lvl8pPr>
              <a:lvl9pPr marL="2106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/>
              </a:lvl9pPr>
            </a:lstStyle>
            <a:p>
              <a:pPr algn="l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de-CH">
                <a:solidFill>
                  <a:schemeClr val="tx1"/>
                </a:solidFill>
              </a:endParaRPr>
            </a:p>
          </p:txBody>
        </p:sp>
        <p:sp>
          <p:nvSpPr>
            <p:cNvPr id="35" name="Rechteck 17">
              <a:hlinkClick r:id="" action="ppaction://noaction"/>
              <a:extLst>
                <a:ext uri="{FF2B5EF4-FFF2-40B4-BE49-F238E27FC236}">
                  <a16:creationId xmlns:a16="http://schemas.microsoft.com/office/drawing/2014/main" id="{6441BF0B-47CA-437D-A4AF-0B8C8F169C8E}"/>
                </a:ext>
              </a:extLst>
            </p:cNvPr>
            <p:cNvSpPr/>
            <p:nvPr/>
          </p:nvSpPr>
          <p:spPr>
            <a:xfrm>
              <a:off x="3298506" y="1981939"/>
              <a:ext cx="1876901" cy="1462379"/>
            </a:xfrm>
            <a:prstGeom prst="rect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pic>
          <p:nvPicPr>
            <p:cNvPr id="36" name="Picture 35">
              <a:hlinkClick r:id="" action="ppaction://noaction"/>
              <a:extLst>
                <a:ext uri="{FF2B5EF4-FFF2-40B4-BE49-F238E27FC236}">
                  <a16:creationId xmlns:a16="http://schemas.microsoft.com/office/drawing/2014/main" id="{7AE841B0-8C54-4ACE-B74F-075CBF7641F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51602" y="2031979"/>
              <a:ext cx="819886" cy="1397021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03DFBEB-2755-471F-8C56-385D7529A2DE}"/>
                </a:ext>
              </a:extLst>
            </p:cNvPr>
            <p:cNvSpPr txBox="1"/>
            <p:nvPr/>
          </p:nvSpPr>
          <p:spPr>
            <a:xfrm>
              <a:off x="3213682" y="3542312"/>
              <a:ext cx="204655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 dirty="0" err="1"/>
                <a:t>Luftfuktighet</a:t>
              </a:r>
              <a:endParaRPr lang="en-GB" sz="1600" b="1" dirty="0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C28C6B8-9B5C-4CE9-9CEF-3BAF81296E48}"/>
              </a:ext>
            </a:extLst>
          </p:cNvPr>
          <p:cNvGrpSpPr/>
          <p:nvPr/>
        </p:nvGrpSpPr>
        <p:grpSpPr>
          <a:xfrm>
            <a:off x="6396696" y="1890712"/>
            <a:ext cx="2066288" cy="2096889"/>
            <a:chOff x="5730844" y="1890713"/>
            <a:chExt cx="2066288" cy="2096889"/>
          </a:xfrm>
        </p:grpSpPr>
        <p:sp>
          <p:nvSpPr>
            <p:cNvPr id="39" name="Text Placeholder 53">
              <a:hlinkClick r:id="" action="ppaction://noaction"/>
              <a:extLst>
                <a:ext uri="{FF2B5EF4-FFF2-40B4-BE49-F238E27FC236}">
                  <a16:creationId xmlns:a16="http://schemas.microsoft.com/office/drawing/2014/main" id="{F5F3FE15-6264-428C-8F7A-F8269B51369A}"/>
                </a:ext>
              </a:extLst>
            </p:cNvPr>
            <p:cNvSpPr txBox="1">
              <a:spLocks/>
            </p:cNvSpPr>
            <p:nvPr/>
          </p:nvSpPr>
          <p:spPr>
            <a:xfrm>
              <a:off x="5743069" y="1890713"/>
              <a:ext cx="2054063" cy="2096889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  <a:effectLst>
              <a:outerShdw blurRad="254000" algn="ctr" rotWithShape="0">
                <a:srgbClr val="000000">
                  <a:alpha val="20000"/>
                </a:srgbClr>
              </a:outerShdw>
            </a:effectLst>
          </p:spPr>
          <p:txBody>
            <a:bodyPr vert="horz" lIns="180000" tIns="2232000" rIns="180000" bIns="180000" rtlCol="0" anchor="t">
              <a:noAutofit/>
            </a:bodyPr>
            <a:lstStyle>
              <a:lvl1pPr indent="0" algn="ctr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Arial" panose="020B0604020202020204" pitchFamily="34" charset="0"/>
                <a:buNone/>
                <a:defRPr sz="1600" b="1" spc="-10" baseline="0">
                  <a:solidFill>
                    <a:schemeClr val="bg1"/>
                  </a:solidFill>
                </a:defRPr>
              </a:lvl1pPr>
              <a:lvl2pPr marL="234000" indent="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None/>
                <a:defRPr spc="-10" baseline="0"/>
              </a:lvl2pPr>
              <a:lvl3pPr marL="702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 spc="-10" baseline="0"/>
              </a:lvl3pPr>
              <a:lvl4pPr marL="936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 spc="-10" baseline="0"/>
              </a:lvl4pPr>
              <a:lvl5pPr marL="1170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 spc="-10" baseline="0"/>
              </a:lvl5pPr>
              <a:lvl6pPr marL="1404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/>
              </a:lvl6pPr>
              <a:lvl7pPr marL="1638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/>
              </a:lvl7pPr>
              <a:lvl8pPr marL="1872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/>
              </a:lvl8pPr>
              <a:lvl9pPr marL="2106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/>
              </a:lvl9pPr>
            </a:lstStyle>
            <a:p>
              <a:pPr algn="l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de-CH">
                <a:solidFill>
                  <a:schemeClr val="tx1"/>
                </a:solidFill>
              </a:endParaRPr>
            </a:p>
          </p:txBody>
        </p:sp>
        <p:sp>
          <p:nvSpPr>
            <p:cNvPr id="40" name="Rechteck 17">
              <a:hlinkClick r:id="" action="ppaction://noaction"/>
              <a:extLst>
                <a:ext uri="{FF2B5EF4-FFF2-40B4-BE49-F238E27FC236}">
                  <a16:creationId xmlns:a16="http://schemas.microsoft.com/office/drawing/2014/main" id="{36353125-FA32-4D55-A89E-47E3B22BADF7}"/>
                </a:ext>
              </a:extLst>
            </p:cNvPr>
            <p:cNvSpPr/>
            <p:nvPr/>
          </p:nvSpPr>
          <p:spPr>
            <a:xfrm>
              <a:off x="5831648" y="1981939"/>
              <a:ext cx="1876902" cy="1470918"/>
            </a:xfrm>
            <a:prstGeom prst="rect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pic>
          <p:nvPicPr>
            <p:cNvPr id="41" name="Picture 40">
              <a:hlinkClick r:id="" action="ppaction://noaction"/>
              <a:extLst>
                <a:ext uri="{FF2B5EF4-FFF2-40B4-BE49-F238E27FC236}">
                  <a16:creationId xmlns:a16="http://schemas.microsoft.com/office/drawing/2014/main" id="{92015969-E9FF-4C22-8661-DF3B4883754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220" b="3084"/>
            <a:stretch/>
          </p:blipFill>
          <p:spPr>
            <a:xfrm>
              <a:off x="6207442" y="2063207"/>
              <a:ext cx="1102659" cy="1365793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DE53C026-305A-4299-8E4E-3EAB89BCF66C}"/>
                </a:ext>
              </a:extLst>
            </p:cNvPr>
            <p:cNvSpPr txBox="1"/>
            <p:nvPr/>
          </p:nvSpPr>
          <p:spPr>
            <a:xfrm>
              <a:off x="5730844" y="3535796"/>
              <a:ext cx="206628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 dirty="0" err="1"/>
                <a:t>Luftkvalitet</a:t>
              </a:r>
              <a:endParaRPr lang="en-GB" sz="1600" b="1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4F5E00E-3689-48F7-AC1C-57BEAD299DA1}"/>
              </a:ext>
            </a:extLst>
          </p:cNvPr>
          <p:cNvGrpSpPr/>
          <p:nvPr/>
        </p:nvGrpSpPr>
        <p:grpSpPr>
          <a:xfrm>
            <a:off x="9047301" y="1890712"/>
            <a:ext cx="2054063" cy="2096889"/>
            <a:chOff x="8467893" y="1890713"/>
            <a:chExt cx="2054063" cy="2096889"/>
          </a:xfrm>
        </p:grpSpPr>
        <p:sp>
          <p:nvSpPr>
            <p:cNvPr id="44" name="Text Placeholder 53">
              <a:hlinkClick r:id="" action="ppaction://noaction"/>
              <a:extLst>
                <a:ext uri="{FF2B5EF4-FFF2-40B4-BE49-F238E27FC236}">
                  <a16:creationId xmlns:a16="http://schemas.microsoft.com/office/drawing/2014/main" id="{C89CDA52-47CD-4E71-B077-0CCE74921D67}"/>
                </a:ext>
              </a:extLst>
            </p:cNvPr>
            <p:cNvSpPr txBox="1">
              <a:spLocks/>
            </p:cNvSpPr>
            <p:nvPr/>
          </p:nvSpPr>
          <p:spPr>
            <a:xfrm>
              <a:off x="8467893" y="1890713"/>
              <a:ext cx="2054063" cy="2096889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  <a:effectLst>
              <a:outerShdw blurRad="254000" algn="ctr" rotWithShape="0">
                <a:srgbClr val="000000">
                  <a:alpha val="20000"/>
                </a:srgbClr>
              </a:outerShdw>
            </a:effectLst>
          </p:spPr>
          <p:txBody>
            <a:bodyPr vert="horz" lIns="180000" tIns="2232000" rIns="180000" bIns="180000" rtlCol="0" anchor="t">
              <a:noAutofit/>
            </a:bodyPr>
            <a:lstStyle>
              <a:lvl1pPr indent="0" algn="ctr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Arial" panose="020B0604020202020204" pitchFamily="34" charset="0"/>
                <a:buNone/>
                <a:defRPr sz="1600" b="1" spc="-10" baseline="0">
                  <a:solidFill>
                    <a:schemeClr val="bg1"/>
                  </a:solidFill>
                </a:defRPr>
              </a:lvl1pPr>
              <a:lvl2pPr marL="234000" indent="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None/>
                <a:defRPr spc="-10" baseline="0"/>
              </a:lvl2pPr>
              <a:lvl3pPr marL="702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 spc="-10" baseline="0"/>
              </a:lvl3pPr>
              <a:lvl4pPr marL="936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 spc="-10" baseline="0"/>
              </a:lvl4pPr>
              <a:lvl5pPr marL="1170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 spc="-10" baseline="0"/>
              </a:lvl5pPr>
              <a:lvl6pPr marL="1404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/>
              </a:lvl6pPr>
              <a:lvl7pPr marL="1638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/>
              </a:lvl7pPr>
              <a:lvl8pPr marL="1872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/>
              </a:lvl8pPr>
              <a:lvl9pPr marL="2106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/>
              </a:lvl9pPr>
            </a:lstStyle>
            <a:p>
              <a:pPr algn="l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de-CH">
                <a:solidFill>
                  <a:schemeClr val="tx1"/>
                </a:solidFill>
              </a:endParaRPr>
            </a:p>
          </p:txBody>
        </p:sp>
        <p:sp>
          <p:nvSpPr>
            <p:cNvPr id="45" name="Rechteck 17">
              <a:hlinkClick r:id="" action="ppaction://noaction"/>
              <a:extLst>
                <a:ext uri="{FF2B5EF4-FFF2-40B4-BE49-F238E27FC236}">
                  <a16:creationId xmlns:a16="http://schemas.microsoft.com/office/drawing/2014/main" id="{2810FFAD-BC67-4F0E-863F-86BDA8495DC5}"/>
                </a:ext>
              </a:extLst>
            </p:cNvPr>
            <p:cNvSpPr/>
            <p:nvPr/>
          </p:nvSpPr>
          <p:spPr>
            <a:xfrm>
              <a:off x="8556472" y="1985553"/>
              <a:ext cx="1876902" cy="1457761"/>
            </a:xfrm>
            <a:prstGeom prst="rect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pic>
          <p:nvPicPr>
            <p:cNvPr id="46" name="Picture 45">
              <a:hlinkClick r:id="" action="ppaction://noaction"/>
              <a:extLst>
                <a:ext uri="{FF2B5EF4-FFF2-40B4-BE49-F238E27FC236}">
                  <a16:creationId xmlns:a16="http://schemas.microsoft.com/office/drawing/2014/main" id="{20241F4F-B9DC-414C-B04E-04892037F47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01048" y="2213841"/>
              <a:ext cx="1187749" cy="947717"/>
            </a:xfrm>
            <a:prstGeom prst="rect">
              <a:avLst/>
            </a:prstGeom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35BD2C0-A8A5-4737-8AF6-DA1481D6A9A8}"/>
                </a:ext>
              </a:extLst>
            </p:cNvPr>
            <p:cNvSpPr txBox="1"/>
            <p:nvPr/>
          </p:nvSpPr>
          <p:spPr>
            <a:xfrm>
              <a:off x="8467893" y="3544811"/>
              <a:ext cx="205406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 dirty="0" err="1"/>
                <a:t>Tryck</a:t>
              </a:r>
              <a:endParaRPr lang="en-GB" sz="1600" b="1" dirty="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BA552933-68F9-41EC-80DD-367A92E45CAB}"/>
              </a:ext>
            </a:extLst>
          </p:cNvPr>
          <p:cNvGrpSpPr/>
          <p:nvPr/>
        </p:nvGrpSpPr>
        <p:grpSpPr>
          <a:xfrm>
            <a:off x="8256240" y="4211836"/>
            <a:ext cx="2054065" cy="2096889"/>
            <a:chOff x="7764848" y="4211836"/>
            <a:chExt cx="2054065" cy="2096889"/>
          </a:xfrm>
        </p:grpSpPr>
        <p:sp>
          <p:nvSpPr>
            <p:cNvPr id="83" name="Text Placeholder 53">
              <a:hlinkClick r:id="" action="ppaction://noaction"/>
              <a:extLst>
                <a:ext uri="{FF2B5EF4-FFF2-40B4-BE49-F238E27FC236}">
                  <a16:creationId xmlns:a16="http://schemas.microsoft.com/office/drawing/2014/main" id="{CB625C41-2C28-47B0-900A-B931B34D27B0}"/>
                </a:ext>
              </a:extLst>
            </p:cNvPr>
            <p:cNvSpPr txBox="1">
              <a:spLocks/>
            </p:cNvSpPr>
            <p:nvPr/>
          </p:nvSpPr>
          <p:spPr>
            <a:xfrm>
              <a:off x="7764850" y="4211836"/>
              <a:ext cx="2054063" cy="2096889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  <a:effectLst>
              <a:outerShdw blurRad="254000" algn="ctr" rotWithShape="0">
                <a:srgbClr val="000000">
                  <a:alpha val="20000"/>
                </a:srgbClr>
              </a:outerShdw>
            </a:effectLst>
          </p:spPr>
          <p:txBody>
            <a:bodyPr vert="horz" lIns="180000" tIns="2232000" rIns="180000" bIns="180000" rtlCol="0" anchor="t">
              <a:noAutofit/>
            </a:bodyPr>
            <a:lstStyle>
              <a:lvl1pPr indent="0" algn="ctr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Arial" panose="020B0604020202020204" pitchFamily="34" charset="0"/>
                <a:buNone/>
                <a:defRPr sz="1600" b="1" spc="-10" baseline="0">
                  <a:solidFill>
                    <a:schemeClr val="bg1"/>
                  </a:solidFill>
                </a:defRPr>
              </a:lvl1pPr>
              <a:lvl2pPr marL="234000" indent="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None/>
                <a:defRPr spc="-10" baseline="0"/>
              </a:lvl2pPr>
              <a:lvl3pPr marL="702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 spc="-10" baseline="0"/>
              </a:lvl3pPr>
              <a:lvl4pPr marL="936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 spc="-10" baseline="0"/>
              </a:lvl4pPr>
              <a:lvl5pPr marL="1170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 spc="-10" baseline="0"/>
              </a:lvl5pPr>
              <a:lvl6pPr marL="1404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/>
              </a:lvl6pPr>
              <a:lvl7pPr marL="1638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/>
              </a:lvl7pPr>
              <a:lvl8pPr marL="1872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/>
              </a:lvl8pPr>
              <a:lvl9pPr marL="2106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/>
              </a:lvl9pPr>
            </a:lstStyle>
            <a:p>
              <a:pPr algn="l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de-CH">
                <a:solidFill>
                  <a:schemeClr val="tx1"/>
                </a:solidFill>
              </a:endParaRPr>
            </a:p>
          </p:txBody>
        </p:sp>
        <p:sp>
          <p:nvSpPr>
            <p:cNvPr id="84" name="Rechteck 17">
              <a:hlinkClick r:id="" action="ppaction://noaction"/>
              <a:extLst>
                <a:ext uri="{FF2B5EF4-FFF2-40B4-BE49-F238E27FC236}">
                  <a16:creationId xmlns:a16="http://schemas.microsoft.com/office/drawing/2014/main" id="{2F379637-BE71-4755-BC8B-12D164D98B43}"/>
                </a:ext>
              </a:extLst>
            </p:cNvPr>
            <p:cNvSpPr/>
            <p:nvPr/>
          </p:nvSpPr>
          <p:spPr>
            <a:xfrm>
              <a:off x="7853429" y="4303062"/>
              <a:ext cx="1876902" cy="1470918"/>
            </a:xfrm>
            <a:prstGeom prst="rect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0F80357D-DFB1-4A69-8E4F-4330D16A9F19}"/>
                </a:ext>
              </a:extLst>
            </p:cNvPr>
            <p:cNvSpPr txBox="1"/>
            <p:nvPr/>
          </p:nvSpPr>
          <p:spPr>
            <a:xfrm>
              <a:off x="7764848" y="5863435"/>
              <a:ext cx="205406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/>
                <a:t>TEM</a:t>
              </a:r>
            </a:p>
          </p:txBody>
        </p:sp>
        <p:pic>
          <p:nvPicPr>
            <p:cNvPr id="86" name="Grafik 1">
              <a:hlinkClick r:id="" action="ppaction://noaction"/>
              <a:extLst>
                <a:ext uri="{FF2B5EF4-FFF2-40B4-BE49-F238E27FC236}">
                  <a16:creationId xmlns:a16="http://schemas.microsoft.com/office/drawing/2014/main" id="{54AAA1E8-500E-41E8-AAA9-6BE7C3764AC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sharpenSoften amount="17000"/>
                      </a14:imgEffect>
                      <a14:imgEffect>
                        <a14:brightnessContrast bright="11000" contrast="1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180751" y="4418568"/>
              <a:ext cx="1288677" cy="1297315"/>
            </a:xfrm>
            <a:prstGeom prst="rect">
              <a:avLst/>
            </a:prstGeom>
          </p:spPr>
        </p:pic>
      </p:grpSp>
      <p:grpSp>
        <p:nvGrpSpPr>
          <p:cNvPr id="11" name="Grupp 10">
            <a:extLst>
              <a:ext uri="{FF2B5EF4-FFF2-40B4-BE49-F238E27FC236}">
                <a16:creationId xmlns:a16="http://schemas.microsoft.com/office/drawing/2014/main" id="{EBB79C52-941A-DC29-DB1E-8167A08232A6}"/>
              </a:ext>
            </a:extLst>
          </p:cNvPr>
          <p:cNvGrpSpPr/>
          <p:nvPr/>
        </p:nvGrpSpPr>
        <p:grpSpPr>
          <a:xfrm>
            <a:off x="1881695" y="4211835"/>
            <a:ext cx="2054063" cy="2096889"/>
            <a:chOff x="1881695" y="4211835"/>
            <a:chExt cx="2054063" cy="2096889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F0B4782A-DD58-4E68-B633-DE6ED977D0EF}"/>
                </a:ext>
              </a:extLst>
            </p:cNvPr>
            <p:cNvGrpSpPr/>
            <p:nvPr/>
          </p:nvGrpSpPr>
          <p:grpSpPr>
            <a:xfrm>
              <a:off x="1881695" y="4211835"/>
              <a:ext cx="2054063" cy="2096889"/>
              <a:chOff x="8400256" y="1890713"/>
              <a:chExt cx="2054063" cy="2096889"/>
            </a:xfrm>
          </p:grpSpPr>
          <p:sp>
            <p:nvSpPr>
              <p:cNvPr id="50" name="Text Placeholder 53">
                <a:hlinkClick r:id="" action="ppaction://noaction"/>
                <a:extLst>
                  <a:ext uri="{FF2B5EF4-FFF2-40B4-BE49-F238E27FC236}">
                    <a16:creationId xmlns:a16="http://schemas.microsoft.com/office/drawing/2014/main" id="{9C7E760B-665B-4ABD-B530-47546EE29BC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400256" y="1890713"/>
                <a:ext cx="2054063" cy="2096889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  <a:effectLst>
                <a:outerShdw blurRad="254000" algn="ctr" rotWithShape="0">
                  <a:srgbClr val="000000">
                    <a:alpha val="20000"/>
                  </a:srgbClr>
                </a:outerShdw>
              </a:effectLst>
            </p:spPr>
            <p:txBody>
              <a:bodyPr vert="horz" lIns="180000" tIns="2232000" rIns="180000" bIns="180000" rtlCol="0" anchor="t">
                <a:noAutofit/>
              </a:bodyPr>
              <a:lstStyle>
                <a:lvl1pPr indent="0" algn="ctr" defTabSz="914400">
                  <a:lnSpc>
                    <a:spcPct val="110000"/>
                  </a:lnSpc>
                  <a:spcBef>
                    <a:spcPts val="0"/>
                  </a:spcBef>
                  <a:buClr>
                    <a:schemeClr val="bg2"/>
                  </a:buClr>
                  <a:buSzPct val="100000"/>
                  <a:buFont typeface="Arial" panose="020B0604020202020204" pitchFamily="34" charset="0"/>
                  <a:buNone/>
                  <a:defRPr sz="1600" b="1" spc="-10" baseline="0">
                    <a:solidFill>
                      <a:schemeClr val="bg1"/>
                    </a:solidFill>
                  </a:defRPr>
                </a:lvl1pPr>
                <a:lvl2pPr marL="234000" indent="0" defTabSz="914400">
                  <a:lnSpc>
                    <a:spcPct val="110000"/>
                  </a:lnSpc>
                  <a:spcBef>
                    <a:spcPts val="0"/>
                  </a:spcBef>
                  <a:buClr>
                    <a:schemeClr val="bg2"/>
                  </a:buClr>
                  <a:buSzPct val="100000"/>
                  <a:buFont typeface="Wingdings" panose="05000000000000000000" pitchFamily="2" charset="2"/>
                  <a:buNone/>
                  <a:defRPr spc="-10" baseline="0"/>
                </a:lvl2pPr>
                <a:lvl3pPr marL="702000" indent="-234000" defTabSz="914400">
                  <a:lnSpc>
                    <a:spcPct val="110000"/>
                  </a:lnSpc>
                  <a:spcBef>
                    <a:spcPts val="0"/>
                  </a:spcBef>
                  <a:buClr>
                    <a:schemeClr val="bg2"/>
                  </a:buClr>
                  <a:buSzPct val="100000"/>
                  <a:buFont typeface="Wingdings" panose="05000000000000000000" pitchFamily="2" charset="2"/>
                  <a:buChar char="§"/>
                  <a:defRPr sz="1600" spc="-10" baseline="0"/>
                </a:lvl3pPr>
                <a:lvl4pPr marL="936000" indent="-234000" defTabSz="914400">
                  <a:lnSpc>
                    <a:spcPct val="110000"/>
                  </a:lnSpc>
                  <a:spcBef>
                    <a:spcPts val="0"/>
                  </a:spcBef>
                  <a:buClr>
                    <a:schemeClr val="bg2"/>
                  </a:buClr>
                  <a:buSzPct val="100000"/>
                  <a:buFont typeface="Wingdings" panose="05000000000000000000" pitchFamily="2" charset="2"/>
                  <a:buChar char="§"/>
                  <a:defRPr sz="1600" spc="-10" baseline="0"/>
                </a:lvl4pPr>
                <a:lvl5pPr marL="1170000" indent="-234000" defTabSz="914400">
                  <a:lnSpc>
                    <a:spcPct val="110000"/>
                  </a:lnSpc>
                  <a:spcBef>
                    <a:spcPts val="0"/>
                  </a:spcBef>
                  <a:buClr>
                    <a:schemeClr val="bg2"/>
                  </a:buClr>
                  <a:buSzPct val="100000"/>
                  <a:buFont typeface="Wingdings" panose="05000000000000000000" pitchFamily="2" charset="2"/>
                  <a:buChar char="§"/>
                  <a:defRPr sz="1600" spc="-10" baseline="0"/>
                </a:lvl5pPr>
                <a:lvl6pPr marL="1404000" indent="-234000" defTabSz="914400">
                  <a:lnSpc>
                    <a:spcPct val="110000"/>
                  </a:lnSpc>
                  <a:spcBef>
                    <a:spcPts val="0"/>
                  </a:spcBef>
                  <a:buClr>
                    <a:schemeClr val="bg2"/>
                  </a:buClr>
                  <a:buSzPct val="100000"/>
                  <a:buFont typeface="Wingdings" panose="05000000000000000000" pitchFamily="2" charset="2"/>
                  <a:buChar char="§"/>
                  <a:defRPr sz="1600"/>
                </a:lvl6pPr>
                <a:lvl7pPr marL="1638000" indent="-234000" defTabSz="914400">
                  <a:lnSpc>
                    <a:spcPct val="110000"/>
                  </a:lnSpc>
                  <a:spcBef>
                    <a:spcPts val="0"/>
                  </a:spcBef>
                  <a:buClr>
                    <a:schemeClr val="bg2"/>
                  </a:buClr>
                  <a:buSzPct val="100000"/>
                  <a:buFont typeface="Wingdings" panose="05000000000000000000" pitchFamily="2" charset="2"/>
                  <a:buChar char="§"/>
                  <a:defRPr sz="1600"/>
                </a:lvl7pPr>
                <a:lvl8pPr marL="1872000" indent="-234000" defTabSz="914400">
                  <a:lnSpc>
                    <a:spcPct val="110000"/>
                  </a:lnSpc>
                  <a:spcBef>
                    <a:spcPts val="0"/>
                  </a:spcBef>
                  <a:buClr>
                    <a:schemeClr val="bg2"/>
                  </a:buClr>
                  <a:buSzPct val="100000"/>
                  <a:buFont typeface="Wingdings" panose="05000000000000000000" pitchFamily="2" charset="2"/>
                  <a:buChar char="§"/>
                  <a:defRPr sz="1600"/>
                </a:lvl8pPr>
                <a:lvl9pPr marL="2106000" indent="-234000" defTabSz="914400">
                  <a:lnSpc>
                    <a:spcPct val="110000"/>
                  </a:lnSpc>
                  <a:spcBef>
                    <a:spcPts val="0"/>
                  </a:spcBef>
                  <a:buClr>
                    <a:schemeClr val="bg2"/>
                  </a:buClr>
                  <a:buSzPct val="100000"/>
                  <a:buFont typeface="Wingdings" panose="05000000000000000000" pitchFamily="2" charset="2"/>
                  <a:buChar char="§"/>
                  <a:defRPr sz="1600"/>
                </a:lvl9pPr>
              </a:lstStyle>
              <a:p>
                <a:pPr algn="l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de-CH">
                  <a:solidFill>
                    <a:schemeClr val="tx1"/>
                  </a:solidFill>
                </a:endParaRPr>
              </a:p>
            </p:txBody>
          </p:sp>
          <p:sp>
            <p:nvSpPr>
              <p:cNvPr id="74" name="Rechteck 17">
                <a:hlinkClick r:id="" action="ppaction://noaction"/>
                <a:extLst>
                  <a:ext uri="{FF2B5EF4-FFF2-40B4-BE49-F238E27FC236}">
                    <a16:creationId xmlns:a16="http://schemas.microsoft.com/office/drawing/2014/main" id="{5ACD6D4B-A871-478D-92E8-D0DB730311C4}"/>
                  </a:ext>
                </a:extLst>
              </p:cNvPr>
              <p:cNvSpPr/>
              <p:nvPr/>
            </p:nvSpPr>
            <p:spPr>
              <a:xfrm>
                <a:off x="8488835" y="1981939"/>
                <a:ext cx="1876902" cy="1470918"/>
              </a:xfrm>
              <a:prstGeom prst="rect">
                <a:avLst/>
              </a:prstGeom>
              <a:noFill/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EDAB7667-8585-4A0A-BE63-631023338ECC}"/>
                  </a:ext>
                </a:extLst>
              </p:cNvPr>
              <p:cNvSpPr txBox="1"/>
              <p:nvPr/>
            </p:nvSpPr>
            <p:spPr>
              <a:xfrm>
                <a:off x="8400256" y="3534687"/>
                <a:ext cx="205406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600" b="1" dirty="0" err="1"/>
                  <a:t>Flödesmätning</a:t>
                </a:r>
                <a:endParaRPr lang="en-GB" sz="1600" b="1" dirty="0"/>
              </a:p>
            </p:txBody>
          </p:sp>
        </p:grpSp>
        <p:pic>
          <p:nvPicPr>
            <p:cNvPr id="8" name="Bildobjekt 7">
              <a:extLst>
                <a:ext uri="{FF2B5EF4-FFF2-40B4-BE49-F238E27FC236}">
                  <a16:creationId xmlns:a16="http://schemas.microsoft.com/office/drawing/2014/main" id="{8A5A0EDE-4A2A-10A3-6953-1479BBF083D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157932" y="4448604"/>
              <a:ext cx="1320633" cy="1257745"/>
            </a:xfrm>
            <a:prstGeom prst="rect">
              <a:avLst/>
            </a:prstGeom>
          </p:spPr>
        </p:pic>
      </p:grpSp>
      <p:grpSp>
        <p:nvGrpSpPr>
          <p:cNvPr id="12" name="Grupp 11">
            <a:extLst>
              <a:ext uri="{FF2B5EF4-FFF2-40B4-BE49-F238E27FC236}">
                <a16:creationId xmlns:a16="http://schemas.microsoft.com/office/drawing/2014/main" id="{08584490-07C5-A9CD-69DF-4742944F3F26}"/>
              </a:ext>
            </a:extLst>
          </p:cNvPr>
          <p:cNvGrpSpPr/>
          <p:nvPr/>
        </p:nvGrpSpPr>
        <p:grpSpPr>
          <a:xfrm>
            <a:off x="5068967" y="4211836"/>
            <a:ext cx="2054065" cy="2096889"/>
            <a:chOff x="5068967" y="4211836"/>
            <a:chExt cx="2054065" cy="2096889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5C792FF8-140E-4B7E-8EED-B3D977620789}"/>
                </a:ext>
              </a:extLst>
            </p:cNvPr>
            <p:cNvGrpSpPr/>
            <p:nvPr/>
          </p:nvGrpSpPr>
          <p:grpSpPr>
            <a:xfrm>
              <a:off x="5068967" y="4211836"/>
              <a:ext cx="2054065" cy="2096889"/>
              <a:chOff x="5133980" y="4211836"/>
              <a:chExt cx="2054065" cy="2096889"/>
            </a:xfrm>
          </p:grpSpPr>
          <p:sp>
            <p:nvSpPr>
              <p:cNvPr id="78" name="Text Placeholder 53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099C121A-33AF-43F5-A18F-EEB9B1C46F7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133982" y="4211836"/>
                <a:ext cx="2054063" cy="2096889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  <a:effectLst>
                <a:outerShdw blurRad="254000" algn="ctr" rotWithShape="0">
                  <a:srgbClr val="000000">
                    <a:alpha val="20000"/>
                  </a:srgbClr>
                </a:outerShdw>
              </a:effectLst>
            </p:spPr>
            <p:txBody>
              <a:bodyPr vert="horz" lIns="180000" tIns="2232000" rIns="180000" bIns="180000" rtlCol="0" anchor="t">
                <a:noAutofit/>
              </a:bodyPr>
              <a:lstStyle>
                <a:lvl1pPr indent="0" algn="ctr" defTabSz="914400">
                  <a:lnSpc>
                    <a:spcPct val="110000"/>
                  </a:lnSpc>
                  <a:spcBef>
                    <a:spcPts val="0"/>
                  </a:spcBef>
                  <a:buClr>
                    <a:schemeClr val="bg2"/>
                  </a:buClr>
                  <a:buSzPct val="100000"/>
                  <a:buFont typeface="Arial" panose="020B0604020202020204" pitchFamily="34" charset="0"/>
                  <a:buNone/>
                  <a:defRPr sz="1600" b="1" spc="-10" baseline="0">
                    <a:solidFill>
                      <a:schemeClr val="bg1"/>
                    </a:solidFill>
                  </a:defRPr>
                </a:lvl1pPr>
                <a:lvl2pPr marL="234000" indent="0" defTabSz="914400">
                  <a:lnSpc>
                    <a:spcPct val="110000"/>
                  </a:lnSpc>
                  <a:spcBef>
                    <a:spcPts val="0"/>
                  </a:spcBef>
                  <a:buClr>
                    <a:schemeClr val="bg2"/>
                  </a:buClr>
                  <a:buSzPct val="100000"/>
                  <a:buFont typeface="Wingdings" panose="05000000000000000000" pitchFamily="2" charset="2"/>
                  <a:buNone/>
                  <a:defRPr spc="-10" baseline="0"/>
                </a:lvl2pPr>
                <a:lvl3pPr marL="702000" indent="-234000" defTabSz="914400">
                  <a:lnSpc>
                    <a:spcPct val="110000"/>
                  </a:lnSpc>
                  <a:spcBef>
                    <a:spcPts val="0"/>
                  </a:spcBef>
                  <a:buClr>
                    <a:schemeClr val="bg2"/>
                  </a:buClr>
                  <a:buSzPct val="100000"/>
                  <a:buFont typeface="Wingdings" panose="05000000000000000000" pitchFamily="2" charset="2"/>
                  <a:buChar char="§"/>
                  <a:defRPr sz="1600" spc="-10" baseline="0"/>
                </a:lvl3pPr>
                <a:lvl4pPr marL="936000" indent="-234000" defTabSz="914400">
                  <a:lnSpc>
                    <a:spcPct val="110000"/>
                  </a:lnSpc>
                  <a:spcBef>
                    <a:spcPts val="0"/>
                  </a:spcBef>
                  <a:buClr>
                    <a:schemeClr val="bg2"/>
                  </a:buClr>
                  <a:buSzPct val="100000"/>
                  <a:buFont typeface="Wingdings" panose="05000000000000000000" pitchFamily="2" charset="2"/>
                  <a:buChar char="§"/>
                  <a:defRPr sz="1600" spc="-10" baseline="0"/>
                </a:lvl4pPr>
                <a:lvl5pPr marL="1170000" indent="-234000" defTabSz="914400">
                  <a:lnSpc>
                    <a:spcPct val="110000"/>
                  </a:lnSpc>
                  <a:spcBef>
                    <a:spcPts val="0"/>
                  </a:spcBef>
                  <a:buClr>
                    <a:schemeClr val="bg2"/>
                  </a:buClr>
                  <a:buSzPct val="100000"/>
                  <a:buFont typeface="Wingdings" panose="05000000000000000000" pitchFamily="2" charset="2"/>
                  <a:buChar char="§"/>
                  <a:defRPr sz="1600" spc="-10" baseline="0"/>
                </a:lvl5pPr>
                <a:lvl6pPr marL="1404000" indent="-234000" defTabSz="914400">
                  <a:lnSpc>
                    <a:spcPct val="110000"/>
                  </a:lnSpc>
                  <a:spcBef>
                    <a:spcPts val="0"/>
                  </a:spcBef>
                  <a:buClr>
                    <a:schemeClr val="bg2"/>
                  </a:buClr>
                  <a:buSzPct val="100000"/>
                  <a:buFont typeface="Wingdings" panose="05000000000000000000" pitchFamily="2" charset="2"/>
                  <a:buChar char="§"/>
                  <a:defRPr sz="1600"/>
                </a:lvl6pPr>
                <a:lvl7pPr marL="1638000" indent="-234000" defTabSz="914400">
                  <a:lnSpc>
                    <a:spcPct val="110000"/>
                  </a:lnSpc>
                  <a:spcBef>
                    <a:spcPts val="0"/>
                  </a:spcBef>
                  <a:buClr>
                    <a:schemeClr val="bg2"/>
                  </a:buClr>
                  <a:buSzPct val="100000"/>
                  <a:buFont typeface="Wingdings" panose="05000000000000000000" pitchFamily="2" charset="2"/>
                  <a:buChar char="§"/>
                  <a:defRPr sz="1600"/>
                </a:lvl7pPr>
                <a:lvl8pPr marL="1872000" indent="-234000" defTabSz="914400">
                  <a:lnSpc>
                    <a:spcPct val="110000"/>
                  </a:lnSpc>
                  <a:spcBef>
                    <a:spcPts val="0"/>
                  </a:spcBef>
                  <a:buClr>
                    <a:schemeClr val="bg2"/>
                  </a:buClr>
                  <a:buSzPct val="100000"/>
                  <a:buFont typeface="Wingdings" panose="05000000000000000000" pitchFamily="2" charset="2"/>
                  <a:buChar char="§"/>
                  <a:defRPr sz="1600"/>
                </a:lvl8pPr>
                <a:lvl9pPr marL="2106000" indent="-234000" defTabSz="914400">
                  <a:lnSpc>
                    <a:spcPct val="110000"/>
                  </a:lnSpc>
                  <a:spcBef>
                    <a:spcPts val="0"/>
                  </a:spcBef>
                  <a:buClr>
                    <a:schemeClr val="bg2"/>
                  </a:buClr>
                  <a:buSzPct val="100000"/>
                  <a:buFont typeface="Wingdings" panose="05000000000000000000" pitchFamily="2" charset="2"/>
                  <a:buChar char="§"/>
                  <a:defRPr sz="1600"/>
                </a:lvl9pPr>
              </a:lstStyle>
              <a:p>
                <a:pPr algn="l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de-CH">
                  <a:solidFill>
                    <a:schemeClr val="tx1"/>
                  </a:solidFill>
                </a:endParaRPr>
              </a:p>
            </p:txBody>
          </p:sp>
          <p:sp>
            <p:nvSpPr>
              <p:cNvPr id="79" name="Rechteck 17">
                <a:hlinkClick r:id="" action="ppaction://noaction"/>
                <a:extLst>
                  <a:ext uri="{FF2B5EF4-FFF2-40B4-BE49-F238E27FC236}">
                    <a16:creationId xmlns:a16="http://schemas.microsoft.com/office/drawing/2014/main" id="{8C8875E0-FEE1-47CD-99B3-00DBA5C0B5BF}"/>
                  </a:ext>
                </a:extLst>
              </p:cNvPr>
              <p:cNvSpPr/>
              <p:nvPr/>
            </p:nvSpPr>
            <p:spPr>
              <a:xfrm>
                <a:off x="5222561" y="4303062"/>
                <a:ext cx="1876902" cy="1470918"/>
              </a:xfrm>
              <a:prstGeom prst="rect">
                <a:avLst/>
              </a:prstGeom>
              <a:noFill/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05E96707-B15E-4358-8111-0A58F7E3E985}"/>
                  </a:ext>
                </a:extLst>
              </p:cNvPr>
              <p:cNvSpPr txBox="1"/>
              <p:nvPr/>
            </p:nvSpPr>
            <p:spPr>
              <a:xfrm>
                <a:off x="5133980" y="5863435"/>
                <a:ext cx="205406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600" b="1" dirty="0" err="1"/>
                  <a:t>Rumsgivare</a:t>
                </a:r>
                <a:endParaRPr lang="en-GB" sz="1600" b="1" dirty="0"/>
              </a:p>
            </p:txBody>
          </p:sp>
        </p:grpSp>
        <p:pic>
          <p:nvPicPr>
            <p:cNvPr id="10" name="Bildobjekt 9">
              <a:extLst>
                <a:ext uri="{FF2B5EF4-FFF2-40B4-BE49-F238E27FC236}">
                  <a16:creationId xmlns:a16="http://schemas.microsoft.com/office/drawing/2014/main" id="{3BFF10F8-41D1-20B3-8723-FFE454E709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456767" y="4445707"/>
              <a:ext cx="1150283" cy="11336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48095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Givare</a:t>
            </a:r>
            <a:r>
              <a:rPr lang="en-US"/>
              <a:t> S1 </a:t>
            </a:r>
            <a:r>
              <a:rPr lang="en-US" err="1"/>
              <a:t>och</a:t>
            </a:r>
            <a:r>
              <a:rPr lang="en-US"/>
              <a:t> S2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E0E36E-47ED-4A75-B24C-0D9B4BBB9880}" type="slidenum">
              <a:rPr lang="en-US" smtClean="0"/>
              <a:t>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2"/>
              </p:nvPr>
            </p:nvSpPr>
            <p:spPr/>
            <p:txBody>
              <a:bodyPr numCol="2"/>
              <a:lstStyle/>
              <a:p>
                <a:pPr>
                  <a:buClr>
                    <a:srgbClr val="FF6600"/>
                  </a:buClr>
                  <a:buSzPct val="80000"/>
                  <a:buFont typeface="Wingdings" panose="05000000000000000000" pitchFamily="2" charset="2"/>
                  <a:buChar char="§"/>
                </a:pPr>
                <a:r>
                  <a:rPr lang="en-US" dirty="0"/>
                  <a:t>Vad </a:t>
                </a:r>
                <a:r>
                  <a:rPr lang="en-US" dirty="0" err="1"/>
                  <a:t>är</a:t>
                </a:r>
                <a:r>
                  <a:rPr lang="en-US" dirty="0"/>
                  <a:t> </a:t>
                </a:r>
                <a:r>
                  <a:rPr lang="en-US" dirty="0" err="1"/>
                  <a:t>en</a:t>
                </a:r>
                <a:r>
                  <a:rPr lang="en-US" dirty="0"/>
                  <a:t> </a:t>
                </a:r>
                <a:r>
                  <a:rPr lang="en-US" dirty="0" err="1"/>
                  <a:t>givare</a:t>
                </a:r>
                <a:r>
                  <a:rPr lang="en-US" dirty="0"/>
                  <a:t>?</a:t>
                </a:r>
              </a:p>
              <a:p>
                <a:pPr lvl="1">
                  <a:buClr>
                    <a:srgbClr val="FF6600"/>
                  </a:buClr>
                  <a:buSzPct val="80000"/>
                </a:pPr>
                <a:r>
                  <a:rPr lang="en-US" dirty="0"/>
                  <a:t>En </a:t>
                </a:r>
                <a:r>
                  <a:rPr lang="en-US" dirty="0" err="1"/>
                  <a:t>anordning</a:t>
                </a:r>
                <a:r>
                  <a:rPr lang="en-US" dirty="0"/>
                  <a:t> </a:t>
                </a:r>
                <a:r>
                  <a:rPr lang="en-US" dirty="0" err="1"/>
                  <a:t>som</a:t>
                </a:r>
                <a:r>
                  <a:rPr lang="en-US" dirty="0"/>
                  <a:t> </a:t>
                </a:r>
                <a:r>
                  <a:rPr lang="en-US" dirty="0" err="1"/>
                  <a:t>omvandlar</a:t>
                </a:r>
                <a:r>
                  <a:rPr lang="en-US" dirty="0"/>
                  <a:t> </a:t>
                </a:r>
                <a:r>
                  <a:rPr lang="en-US" dirty="0" err="1"/>
                  <a:t>fysikalisk</a:t>
                </a:r>
                <a:r>
                  <a:rPr lang="en-US" dirty="0"/>
                  <a:t> </a:t>
                </a:r>
                <a:r>
                  <a:rPr lang="en-US" dirty="0" err="1"/>
                  <a:t>storhet</a:t>
                </a:r>
                <a:r>
                  <a:rPr lang="en-US" dirty="0"/>
                  <a:t> till </a:t>
                </a:r>
                <a:r>
                  <a:rPr lang="en-US" dirty="0" err="1"/>
                  <a:t>en</a:t>
                </a:r>
                <a:r>
                  <a:rPr lang="en-US" dirty="0"/>
                  <a:t> </a:t>
                </a:r>
                <a:r>
                  <a:rPr lang="en-US" dirty="0" err="1"/>
                  <a:t>elektrisk</a:t>
                </a:r>
                <a:r>
                  <a:rPr lang="en-US" dirty="0"/>
                  <a:t> signal</a:t>
                </a:r>
              </a:p>
              <a:p>
                <a:pPr lvl="1">
                  <a:buClr>
                    <a:srgbClr val="FF6600"/>
                  </a:buClr>
                  <a:buSzPct val="80000"/>
                </a:pPr>
                <a:endParaRPr lang="en-US" dirty="0"/>
              </a:p>
              <a:p>
                <a:pPr lvl="1">
                  <a:buClr>
                    <a:srgbClr val="FF6600"/>
                  </a:buClr>
                  <a:buSzPct val="80000"/>
                </a:pPr>
                <a:endParaRPr lang="en-US" dirty="0"/>
              </a:p>
              <a:p>
                <a:pPr marL="234000" lvl="1" indent="0">
                  <a:buClr>
                    <a:srgbClr val="FF6600"/>
                  </a:buClr>
                  <a:buSzPct val="80000"/>
                  <a:buNone/>
                </a:pPr>
                <a:r>
                  <a:rPr lang="en-US" dirty="0" err="1"/>
                  <a:t>Mekaniska</a:t>
                </a:r>
                <a:r>
                  <a:rPr lang="en-US" dirty="0"/>
                  <a:t> </a:t>
                </a:r>
                <a:r>
                  <a:rPr lang="en-US" dirty="0" err="1"/>
                  <a:t>storheter</a:t>
                </a:r>
                <a:endParaRPr lang="en-US" dirty="0"/>
              </a:p>
              <a:p>
                <a:pPr marL="234000" lvl="1" indent="0">
                  <a:buClr>
                    <a:srgbClr val="FF6600"/>
                  </a:buClr>
                  <a:buSzPct val="80000"/>
                  <a:buNone/>
                </a:pPr>
                <a:endParaRPr lang="en-US" dirty="0"/>
              </a:p>
              <a:p>
                <a:pPr lvl="1">
                  <a:buClr>
                    <a:srgbClr val="FF6600"/>
                  </a:buClr>
                  <a:buSzPct val="80000"/>
                </a:pPr>
                <a:r>
                  <a:rPr lang="en-US" dirty="0" err="1"/>
                  <a:t>Temperatur</a:t>
                </a:r>
                <a:r>
                  <a:rPr lang="en-US" dirty="0"/>
                  <a:t> (</a:t>
                </a:r>
                <a:r>
                  <a:rPr lang="en-US" dirty="0" err="1"/>
                  <a:t>enhet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°</m:t>
                    </m:r>
                    <m:r>
                      <a:rPr lang="sv-SE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sv-SE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>
                  <a:buClr>
                    <a:srgbClr val="FF6600"/>
                  </a:buClr>
                  <a:buSzPct val="80000"/>
                </a:pPr>
                <a:r>
                  <a:rPr lang="en-US" dirty="0" err="1"/>
                  <a:t>Fuktighet</a:t>
                </a:r>
                <a:r>
                  <a:rPr lang="en-US" dirty="0"/>
                  <a:t> (</a:t>
                </a:r>
                <a:r>
                  <a:rPr lang="en-US" dirty="0" err="1"/>
                  <a:t>enhet</a:t>
                </a:r>
                <a:r>
                  <a:rPr lang="en-US" dirty="0"/>
                  <a:t>: %)</a:t>
                </a:r>
              </a:p>
              <a:p>
                <a:pPr lvl="1">
                  <a:buClr>
                    <a:srgbClr val="FF6600"/>
                  </a:buClr>
                  <a:buSzPct val="80000"/>
                </a:pPr>
                <a:r>
                  <a:rPr lang="en-US" dirty="0" err="1"/>
                  <a:t>Flöde</a:t>
                </a:r>
                <a:r>
                  <a:rPr lang="en-US" dirty="0"/>
                  <a:t> (</a:t>
                </a:r>
                <a:r>
                  <a:rPr lang="en-US" dirty="0" err="1"/>
                  <a:t>enhet</a:t>
                </a:r>
                <a:r>
                  <a:rPr lang="en-US" dirty="0"/>
                  <a:t>: l/s)</a:t>
                </a:r>
              </a:p>
              <a:p>
                <a:pPr lvl="1">
                  <a:buClr>
                    <a:srgbClr val="FF6600"/>
                  </a:buClr>
                  <a:buSzPct val="80000"/>
                </a:pPr>
                <a:r>
                  <a:rPr lang="en-US" dirty="0" err="1"/>
                  <a:t>Tryck</a:t>
                </a:r>
                <a:r>
                  <a:rPr lang="en-US" dirty="0"/>
                  <a:t> / </a:t>
                </a:r>
                <a:r>
                  <a:rPr lang="en-US" dirty="0" err="1"/>
                  <a:t>differenstryck</a:t>
                </a:r>
                <a:r>
                  <a:rPr lang="en-US" dirty="0"/>
                  <a:t> (pa)</a:t>
                </a:r>
              </a:p>
              <a:p>
                <a:pPr lvl="1">
                  <a:buClr>
                    <a:srgbClr val="FF6600"/>
                  </a:buClr>
                  <a:buSzPct val="80000"/>
                </a:pPr>
                <a:r>
                  <a:rPr lang="en-US" dirty="0"/>
                  <a:t>CO</a:t>
                </a:r>
                <a:r>
                  <a:rPr lang="en-US" baseline="-25000" dirty="0"/>
                  <a:t>2</a:t>
                </a:r>
                <a:r>
                  <a:rPr lang="en-US" dirty="0"/>
                  <a:t> (</a:t>
                </a:r>
                <a:r>
                  <a:rPr lang="en-US" dirty="0" err="1"/>
                  <a:t>enhet</a:t>
                </a:r>
                <a:r>
                  <a:rPr lang="en-US" dirty="0"/>
                  <a:t>: ppm)</a:t>
                </a:r>
              </a:p>
              <a:p>
                <a:pPr lvl="1">
                  <a:buClr>
                    <a:srgbClr val="FF6600"/>
                  </a:buClr>
                  <a:buSzPct val="80000"/>
                </a:pPr>
                <a:r>
                  <a:rPr lang="en-US" dirty="0"/>
                  <a:t>VOC, </a:t>
                </a:r>
                <a:r>
                  <a:rPr lang="en-US" dirty="0" err="1"/>
                  <a:t>organiska</a:t>
                </a:r>
                <a:r>
                  <a:rPr lang="en-US" dirty="0"/>
                  <a:t> </a:t>
                </a:r>
                <a:r>
                  <a:rPr lang="en-US" dirty="0" err="1"/>
                  <a:t>föreningar</a:t>
                </a:r>
                <a:endParaRPr lang="en-US" dirty="0"/>
              </a:p>
              <a:p>
                <a:pPr marL="468000" lvl="2" indent="0">
                  <a:buClr>
                    <a:srgbClr val="FF6600"/>
                  </a:buClr>
                  <a:buSzPct val="80000"/>
                  <a:buNone/>
                </a:pPr>
                <a:r>
                  <a:rPr lang="en-US" dirty="0"/>
                  <a:t>(</a:t>
                </a:r>
                <a:r>
                  <a:rPr lang="en-US" dirty="0" err="1"/>
                  <a:t>enhet</a:t>
                </a:r>
                <a:r>
                  <a:rPr lang="en-US" dirty="0"/>
                  <a:t>: ppm)</a:t>
                </a:r>
              </a:p>
              <a:p>
                <a:pPr marL="234000" lvl="1" indent="0">
                  <a:buClr>
                    <a:srgbClr val="FF6600"/>
                  </a:buClr>
                  <a:buSzPct val="80000"/>
                  <a:buNone/>
                </a:pPr>
                <a:endParaRPr lang="en-US" dirty="0"/>
              </a:p>
              <a:p>
                <a:pPr marL="234000" lvl="1" indent="0">
                  <a:buClr>
                    <a:srgbClr val="FF6600"/>
                  </a:buClr>
                  <a:buSzPct val="80000"/>
                  <a:buNone/>
                </a:pPr>
                <a:endParaRPr lang="en-US" dirty="0"/>
              </a:p>
              <a:p>
                <a:pPr marL="234000" lvl="1" indent="0">
                  <a:buClr>
                    <a:srgbClr val="FF6600"/>
                  </a:buClr>
                  <a:buSzPct val="80000"/>
                  <a:buNone/>
                </a:pPr>
                <a:endParaRPr lang="en-US" dirty="0"/>
              </a:p>
              <a:p>
                <a:pPr marL="234000" lvl="1" indent="0">
                  <a:buClr>
                    <a:srgbClr val="FF6600"/>
                  </a:buClr>
                  <a:buSzPct val="80000"/>
                  <a:buNone/>
                </a:pPr>
                <a:endParaRPr lang="en-US" dirty="0"/>
              </a:p>
              <a:p>
                <a:pPr marL="234000" lvl="1" indent="0">
                  <a:buClr>
                    <a:srgbClr val="FF6600"/>
                  </a:buClr>
                  <a:buSzPct val="80000"/>
                  <a:buNone/>
                </a:pPr>
                <a:endParaRPr lang="en-US" dirty="0"/>
              </a:p>
              <a:p>
                <a:pPr marL="234000" lvl="1" indent="0">
                  <a:buClr>
                    <a:srgbClr val="FF6600"/>
                  </a:buClr>
                  <a:buSzPct val="80000"/>
                  <a:buNone/>
                </a:pPr>
                <a:endParaRPr lang="en-US" dirty="0"/>
              </a:p>
              <a:p>
                <a:pPr marL="234000" lvl="1" indent="0">
                  <a:buClr>
                    <a:srgbClr val="FF6600"/>
                  </a:buClr>
                  <a:buSzPct val="80000"/>
                  <a:buNone/>
                </a:pPr>
                <a:endParaRPr lang="en-US" dirty="0"/>
              </a:p>
              <a:p>
                <a:pPr marL="234000" lvl="1" indent="0">
                  <a:buClr>
                    <a:srgbClr val="FF6600"/>
                  </a:buClr>
                  <a:buSzPct val="80000"/>
                  <a:buNone/>
                </a:pPr>
                <a:r>
                  <a:rPr lang="en-US" dirty="0" err="1"/>
                  <a:t>Elektriska</a:t>
                </a:r>
                <a:r>
                  <a:rPr lang="en-US" dirty="0"/>
                  <a:t> </a:t>
                </a:r>
                <a:r>
                  <a:rPr lang="en-US" dirty="0" err="1"/>
                  <a:t>storheter</a:t>
                </a:r>
                <a:endParaRPr lang="en-US" dirty="0"/>
              </a:p>
              <a:p>
                <a:pPr marL="234000" lvl="1" indent="0">
                  <a:buClr>
                    <a:srgbClr val="FF6600"/>
                  </a:buClr>
                  <a:buSzPct val="80000"/>
                  <a:buNone/>
                </a:pPr>
                <a:endParaRPr lang="en-US" dirty="0"/>
              </a:p>
              <a:p>
                <a:pPr lvl="1">
                  <a:buClr>
                    <a:srgbClr val="FF6600"/>
                  </a:buClr>
                  <a:buSzPct val="80000"/>
                </a:pPr>
                <a:r>
                  <a:rPr lang="en-US" dirty="0" err="1"/>
                  <a:t>Spänning</a:t>
                </a:r>
                <a:r>
                  <a:rPr lang="en-US" dirty="0"/>
                  <a:t> (ex. 0 – 10V)</a:t>
                </a:r>
              </a:p>
              <a:p>
                <a:pPr lvl="1">
                  <a:buClr>
                    <a:srgbClr val="FF6600"/>
                  </a:buClr>
                  <a:buSzPct val="80000"/>
                </a:pPr>
                <a:r>
                  <a:rPr lang="en-US" dirty="0"/>
                  <a:t>Ström (ex. 4-20mA)</a:t>
                </a:r>
              </a:p>
              <a:p>
                <a:pPr lvl="1">
                  <a:buClr>
                    <a:srgbClr val="FF6600"/>
                  </a:buClr>
                  <a:buSzPct val="80000"/>
                </a:pPr>
                <a:r>
                  <a:rPr lang="en-US" dirty="0" err="1"/>
                  <a:t>Resistans</a:t>
                </a:r>
                <a:r>
                  <a:rPr lang="en-US" dirty="0"/>
                  <a:t> (ohm)</a:t>
                </a:r>
              </a:p>
              <a:p>
                <a:pPr marL="234000" lvl="1" indent="0">
                  <a:buClr>
                    <a:srgbClr val="FF6600"/>
                  </a:buClr>
                  <a:buSzPct val="80000"/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2"/>
              </p:nvPr>
            </p:nvSpPr>
            <p:spPr>
              <a:blipFill>
                <a:blip r:embed="rId3"/>
                <a:stretch>
                  <a:fillRect l="-1058" t="-16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7B643CE7-B34B-E186-D156-9A59BA88488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March 21, 2023</a:t>
            </a:r>
          </a:p>
        </p:txBody>
      </p:sp>
    </p:spTree>
    <p:extLst>
      <p:ext uri="{BB962C8B-B14F-4D97-AF65-F5344CB8AC3E}">
        <p14:creationId xmlns:p14="http://schemas.microsoft.com/office/powerpoint/2010/main" val="1122972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5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5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5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6500"/>
                            </p:stCondLst>
                            <p:childTnLst>
                              <p:par>
                                <p:cTn id="43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500"/>
                            </p:stCondLst>
                            <p:childTnLst>
                              <p:par>
                                <p:cTn id="56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500"/>
                            </p:stCondLst>
                            <p:childTnLst>
                              <p:par>
                                <p:cTn id="60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Givare</a:t>
            </a:r>
            <a:r>
              <a:rPr lang="en-US"/>
              <a:t> S1 </a:t>
            </a:r>
            <a:r>
              <a:rPr lang="en-US" err="1"/>
              <a:t>och</a:t>
            </a:r>
            <a:r>
              <a:rPr lang="en-US"/>
              <a:t> S2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E0E36E-47ED-4A75-B24C-0D9B4BBB9880}" type="slidenum">
              <a:rPr lang="en-US" smtClean="0"/>
              <a:t>5</a:t>
            </a:fld>
            <a:endParaRPr lang="en-US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7B643CE7-B34B-E186-D156-9A59BA88488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March 21, 2023</a:t>
            </a:r>
          </a:p>
        </p:txBody>
      </p:sp>
      <p:grpSp>
        <p:nvGrpSpPr>
          <p:cNvPr id="22" name="Grupp 21">
            <a:extLst>
              <a:ext uri="{FF2B5EF4-FFF2-40B4-BE49-F238E27FC236}">
                <a16:creationId xmlns:a16="http://schemas.microsoft.com/office/drawing/2014/main" id="{696C9A09-3810-AA36-9046-19E7CE967F4A}"/>
              </a:ext>
            </a:extLst>
          </p:cNvPr>
          <p:cNvGrpSpPr/>
          <p:nvPr/>
        </p:nvGrpSpPr>
        <p:grpSpPr>
          <a:xfrm>
            <a:off x="1628258" y="1657436"/>
            <a:ext cx="3494233" cy="4419429"/>
            <a:chOff x="1628258" y="1657436"/>
            <a:chExt cx="3494233" cy="4419429"/>
          </a:xfrm>
        </p:grpSpPr>
        <p:sp>
          <p:nvSpPr>
            <p:cNvPr id="3" name="Rechteck 16">
              <a:extLst>
                <a:ext uri="{FF2B5EF4-FFF2-40B4-BE49-F238E27FC236}">
                  <a16:creationId xmlns:a16="http://schemas.microsoft.com/office/drawing/2014/main" id="{1932020A-042D-8F40-A85D-BE231A3FA6AA}"/>
                </a:ext>
              </a:extLst>
            </p:cNvPr>
            <p:cNvSpPr>
              <a:spLocks/>
            </p:cNvSpPr>
            <p:nvPr/>
          </p:nvSpPr>
          <p:spPr>
            <a:xfrm>
              <a:off x="1631504" y="1657436"/>
              <a:ext cx="3490987" cy="472903"/>
            </a:xfrm>
            <a:prstGeom prst="rect">
              <a:avLst/>
            </a:prstGeom>
            <a:solidFill>
              <a:schemeClr val="lt2"/>
            </a:solidFill>
            <a:ln w="12700">
              <a:solidFill>
                <a:schemeClr val="accent3"/>
              </a:solidFill>
            </a:ln>
            <a:effectLst>
              <a:outerShdw blurRad="254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  <a:buClr>
                  <a:schemeClr val="bg2"/>
                </a:buClr>
              </a:pPr>
              <a:r>
                <a:rPr lang="en-GB" b="1" err="1">
                  <a:solidFill>
                    <a:schemeClr val="bg1"/>
                  </a:solidFill>
                </a:rPr>
                <a:t>Passiva</a:t>
              </a:r>
              <a:r>
                <a:rPr lang="en-GB" b="1">
                  <a:solidFill>
                    <a:schemeClr val="bg1"/>
                  </a:solidFill>
                </a:rPr>
                <a:t> </a:t>
              </a:r>
              <a:r>
                <a:rPr lang="en-GB" b="1" err="1">
                  <a:solidFill>
                    <a:schemeClr val="bg1"/>
                  </a:solidFill>
                </a:rPr>
                <a:t>givare</a:t>
              </a:r>
              <a:endParaRPr lang="en-GB" b="1">
                <a:solidFill>
                  <a:schemeClr val="bg1"/>
                </a:solidFill>
              </a:endParaRPr>
            </a:p>
          </p:txBody>
        </p:sp>
        <p:sp>
          <p:nvSpPr>
            <p:cNvPr id="7" name="Rechteck 19">
              <a:extLst>
                <a:ext uri="{FF2B5EF4-FFF2-40B4-BE49-F238E27FC236}">
                  <a16:creationId xmlns:a16="http://schemas.microsoft.com/office/drawing/2014/main" id="{F924FB0E-800B-BB08-3615-0013E3DF4F4D}"/>
                </a:ext>
              </a:extLst>
            </p:cNvPr>
            <p:cNvSpPr/>
            <p:nvPr/>
          </p:nvSpPr>
          <p:spPr>
            <a:xfrm>
              <a:off x="1628258" y="2282740"/>
              <a:ext cx="3486150" cy="379412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accent3"/>
              </a:solidFill>
            </a:ln>
            <a:effectLst>
              <a:outerShdw blurRad="254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87200" indent="-187200">
                <a:spcBef>
                  <a:spcPts val="1200"/>
                </a:spcBef>
                <a:buClr>
                  <a:srgbClr val="FF6600"/>
                </a:buClr>
                <a:buSzPct val="80000"/>
                <a:buFont typeface="Wingdings" panose="05000000000000000000" pitchFamily="2" charset="2"/>
                <a:buChar char="§"/>
              </a:pPr>
              <a:r>
                <a:rPr lang="en-GB" sz="1600" err="1">
                  <a:solidFill>
                    <a:srgbClr val="000000"/>
                  </a:solidFill>
                </a:rPr>
                <a:t>Genererar</a:t>
              </a:r>
              <a:r>
                <a:rPr lang="en-GB" sz="1600">
                  <a:solidFill>
                    <a:srgbClr val="000000"/>
                  </a:solidFill>
                </a:rPr>
                <a:t> </a:t>
              </a:r>
              <a:r>
                <a:rPr lang="en-GB" sz="1600" err="1">
                  <a:solidFill>
                    <a:srgbClr val="000000"/>
                  </a:solidFill>
                </a:rPr>
                <a:t>egen</a:t>
              </a:r>
              <a:r>
                <a:rPr lang="en-GB" sz="1600">
                  <a:solidFill>
                    <a:srgbClr val="000000"/>
                  </a:solidFill>
                </a:rPr>
                <a:t> </a:t>
              </a:r>
              <a:r>
                <a:rPr lang="en-GB" sz="1600" err="1">
                  <a:solidFill>
                    <a:srgbClr val="000000"/>
                  </a:solidFill>
                </a:rPr>
                <a:t>utsignal</a:t>
              </a:r>
              <a:r>
                <a:rPr lang="en-GB" sz="1600">
                  <a:solidFill>
                    <a:srgbClr val="000000"/>
                  </a:solidFill>
                </a:rPr>
                <a:t> </a:t>
              </a:r>
              <a:r>
                <a:rPr lang="en-GB" sz="1600" err="1">
                  <a:solidFill>
                    <a:srgbClr val="000000"/>
                  </a:solidFill>
                </a:rPr>
                <a:t>utan</a:t>
              </a:r>
              <a:r>
                <a:rPr lang="en-GB" sz="1600">
                  <a:solidFill>
                    <a:srgbClr val="000000"/>
                  </a:solidFill>
                </a:rPr>
                <a:t> </a:t>
              </a:r>
              <a:r>
                <a:rPr lang="en-GB" sz="1600" err="1">
                  <a:solidFill>
                    <a:srgbClr val="000000"/>
                  </a:solidFill>
                </a:rPr>
                <a:t>behov</a:t>
              </a:r>
              <a:r>
                <a:rPr lang="en-GB" sz="1600">
                  <a:solidFill>
                    <a:srgbClr val="000000"/>
                  </a:solidFill>
                </a:rPr>
                <a:t> </a:t>
              </a:r>
              <a:r>
                <a:rPr lang="en-GB" sz="1600" err="1">
                  <a:solidFill>
                    <a:srgbClr val="000000"/>
                  </a:solidFill>
                </a:rPr>
                <a:t>av</a:t>
              </a:r>
              <a:r>
                <a:rPr lang="en-GB" sz="1600">
                  <a:solidFill>
                    <a:srgbClr val="000000"/>
                  </a:solidFill>
                </a:rPr>
                <a:t> </a:t>
              </a:r>
              <a:r>
                <a:rPr lang="en-GB" sz="1600" err="1">
                  <a:solidFill>
                    <a:srgbClr val="000000"/>
                  </a:solidFill>
                </a:rPr>
                <a:t>en</a:t>
              </a:r>
              <a:r>
                <a:rPr lang="en-GB" sz="1600">
                  <a:solidFill>
                    <a:srgbClr val="000000"/>
                  </a:solidFill>
                </a:rPr>
                <a:t> extern </a:t>
              </a:r>
              <a:r>
                <a:rPr lang="en-GB" sz="1600" err="1">
                  <a:solidFill>
                    <a:srgbClr val="000000"/>
                  </a:solidFill>
                </a:rPr>
                <a:t>energikälla</a:t>
              </a:r>
              <a:r>
                <a:rPr lang="en-GB" sz="1600">
                  <a:solidFill>
                    <a:srgbClr val="000000"/>
                  </a:solidFill>
                </a:rPr>
                <a:t>.</a:t>
              </a:r>
            </a:p>
            <a:p>
              <a:pPr marL="187200" indent="-187200">
                <a:spcBef>
                  <a:spcPts val="1200"/>
                </a:spcBef>
                <a:buClr>
                  <a:srgbClr val="FF6600"/>
                </a:buClr>
                <a:buSzPct val="80000"/>
                <a:buFont typeface="Wingdings" panose="05000000000000000000" pitchFamily="2" charset="2"/>
                <a:buChar char="§"/>
              </a:pPr>
              <a:r>
                <a:rPr lang="en-GB" sz="1600" err="1">
                  <a:solidFill>
                    <a:srgbClr val="000000"/>
                  </a:solidFill>
                </a:rPr>
                <a:t>Utsignal</a:t>
              </a:r>
              <a:r>
                <a:rPr lang="en-GB" sz="1600">
                  <a:solidFill>
                    <a:srgbClr val="000000"/>
                  </a:solidFill>
                </a:rPr>
                <a:t> </a:t>
              </a:r>
              <a:r>
                <a:rPr lang="en-GB" sz="1600" err="1">
                  <a:solidFill>
                    <a:srgbClr val="000000"/>
                  </a:solidFill>
                </a:rPr>
                <a:t>i</a:t>
              </a:r>
              <a:r>
                <a:rPr lang="en-GB" sz="1600">
                  <a:solidFill>
                    <a:srgbClr val="000000"/>
                  </a:solidFill>
                </a:rPr>
                <a:t> ohm: Pt-, Ni-, NTC100, 500, 1000 etc.</a:t>
              </a:r>
            </a:p>
            <a:p>
              <a:pPr marL="187200" indent="-187200">
                <a:spcBef>
                  <a:spcPts val="1200"/>
                </a:spcBef>
                <a:buClr>
                  <a:srgbClr val="FF6600"/>
                </a:buClr>
                <a:buSzPct val="80000"/>
                <a:buFont typeface="Wingdings" panose="05000000000000000000" pitchFamily="2" charset="2"/>
                <a:buChar char="§"/>
              </a:pPr>
              <a:r>
                <a:rPr lang="en-GB" sz="1600" i="1" err="1">
                  <a:solidFill>
                    <a:srgbClr val="000000"/>
                  </a:solidFill>
                </a:rPr>
                <a:t>Produktex</a:t>
              </a:r>
              <a:r>
                <a:rPr lang="en-GB" sz="1600" i="1">
                  <a:solidFill>
                    <a:srgbClr val="000000"/>
                  </a:solidFill>
                </a:rPr>
                <a:t>: 01CT-1..</a:t>
              </a:r>
            </a:p>
          </p:txBody>
        </p:sp>
      </p:grpSp>
      <p:grpSp>
        <p:nvGrpSpPr>
          <p:cNvPr id="23" name="Grupp 22">
            <a:extLst>
              <a:ext uri="{FF2B5EF4-FFF2-40B4-BE49-F238E27FC236}">
                <a16:creationId xmlns:a16="http://schemas.microsoft.com/office/drawing/2014/main" id="{CD901012-3A37-66B5-C9F7-08CD4CE3FE84}"/>
              </a:ext>
            </a:extLst>
          </p:cNvPr>
          <p:cNvGrpSpPr/>
          <p:nvPr/>
        </p:nvGrpSpPr>
        <p:grpSpPr>
          <a:xfrm>
            <a:off x="6740826" y="1657436"/>
            <a:ext cx="3494233" cy="4419429"/>
            <a:chOff x="6740826" y="1657436"/>
            <a:chExt cx="3494233" cy="4419429"/>
          </a:xfrm>
        </p:grpSpPr>
        <p:sp>
          <p:nvSpPr>
            <p:cNvPr id="8" name="Rechteck 16">
              <a:extLst>
                <a:ext uri="{FF2B5EF4-FFF2-40B4-BE49-F238E27FC236}">
                  <a16:creationId xmlns:a16="http://schemas.microsoft.com/office/drawing/2014/main" id="{C4299EA9-4529-9A30-7BBB-D5B51E3550ED}"/>
                </a:ext>
              </a:extLst>
            </p:cNvPr>
            <p:cNvSpPr>
              <a:spLocks/>
            </p:cNvSpPr>
            <p:nvPr/>
          </p:nvSpPr>
          <p:spPr>
            <a:xfrm>
              <a:off x="6744072" y="1657436"/>
              <a:ext cx="3490987" cy="472903"/>
            </a:xfrm>
            <a:prstGeom prst="rect">
              <a:avLst/>
            </a:prstGeom>
            <a:solidFill>
              <a:schemeClr val="lt2"/>
            </a:solidFill>
            <a:ln w="12700">
              <a:solidFill>
                <a:schemeClr val="accent3"/>
              </a:solidFill>
            </a:ln>
            <a:effectLst>
              <a:outerShdw blurRad="254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  <a:buClr>
                  <a:schemeClr val="bg2"/>
                </a:buClr>
              </a:pPr>
              <a:r>
                <a:rPr lang="en-GB" b="1" err="1">
                  <a:solidFill>
                    <a:schemeClr val="bg1"/>
                  </a:solidFill>
                </a:rPr>
                <a:t>Aktiva</a:t>
              </a:r>
              <a:r>
                <a:rPr lang="en-GB" b="1">
                  <a:solidFill>
                    <a:schemeClr val="bg1"/>
                  </a:solidFill>
                </a:rPr>
                <a:t> </a:t>
              </a:r>
              <a:r>
                <a:rPr lang="en-GB" b="1" err="1">
                  <a:solidFill>
                    <a:schemeClr val="bg1"/>
                  </a:solidFill>
                </a:rPr>
                <a:t>givare</a:t>
              </a:r>
              <a:endParaRPr lang="en-GB" b="1">
                <a:solidFill>
                  <a:schemeClr val="bg1"/>
                </a:solidFill>
              </a:endParaRPr>
            </a:p>
          </p:txBody>
        </p:sp>
        <p:sp>
          <p:nvSpPr>
            <p:cNvPr id="9" name="Rechteck 19">
              <a:extLst>
                <a:ext uri="{FF2B5EF4-FFF2-40B4-BE49-F238E27FC236}">
                  <a16:creationId xmlns:a16="http://schemas.microsoft.com/office/drawing/2014/main" id="{73CE7D3A-1224-44A2-C20E-7977DF5754CC}"/>
                </a:ext>
              </a:extLst>
            </p:cNvPr>
            <p:cNvSpPr/>
            <p:nvPr/>
          </p:nvSpPr>
          <p:spPr>
            <a:xfrm>
              <a:off x="6740826" y="2282740"/>
              <a:ext cx="3486150" cy="379412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accent3"/>
              </a:solidFill>
            </a:ln>
            <a:effectLst>
              <a:outerShdw blurRad="254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87200" indent="-187200">
                <a:spcBef>
                  <a:spcPts val="1200"/>
                </a:spcBef>
                <a:buClr>
                  <a:srgbClr val="FF6600"/>
                </a:buClr>
                <a:buSzPct val="80000"/>
                <a:buFont typeface="Wingdings" panose="05000000000000000000" pitchFamily="2" charset="2"/>
                <a:buChar char="§"/>
              </a:pPr>
              <a:r>
                <a:rPr lang="en-GB" sz="1600">
                  <a:solidFill>
                    <a:srgbClr val="000000"/>
                  </a:solidFill>
                </a:rPr>
                <a:t>En </a:t>
              </a:r>
              <a:r>
                <a:rPr lang="en-GB" sz="1600" err="1">
                  <a:solidFill>
                    <a:srgbClr val="000000"/>
                  </a:solidFill>
                </a:rPr>
                <a:t>aktiv</a:t>
              </a:r>
              <a:r>
                <a:rPr lang="en-GB" sz="1600">
                  <a:solidFill>
                    <a:srgbClr val="000000"/>
                  </a:solidFill>
                </a:rPr>
                <a:t> </a:t>
              </a:r>
              <a:r>
                <a:rPr lang="en-GB" sz="1600" err="1">
                  <a:solidFill>
                    <a:srgbClr val="000000"/>
                  </a:solidFill>
                </a:rPr>
                <a:t>givare</a:t>
              </a:r>
              <a:r>
                <a:rPr lang="en-GB" sz="1600">
                  <a:solidFill>
                    <a:srgbClr val="000000"/>
                  </a:solidFill>
                </a:rPr>
                <a:t> </a:t>
              </a:r>
              <a:r>
                <a:rPr lang="en-GB" sz="1600" err="1">
                  <a:solidFill>
                    <a:srgbClr val="000000"/>
                  </a:solidFill>
                </a:rPr>
                <a:t>kräver</a:t>
              </a:r>
              <a:r>
                <a:rPr lang="en-GB" sz="1600">
                  <a:solidFill>
                    <a:srgbClr val="000000"/>
                  </a:solidFill>
                </a:rPr>
                <a:t> </a:t>
              </a:r>
              <a:r>
                <a:rPr lang="en-GB" sz="1600" err="1">
                  <a:solidFill>
                    <a:srgbClr val="000000"/>
                  </a:solidFill>
                </a:rPr>
                <a:t>en</a:t>
              </a:r>
              <a:r>
                <a:rPr lang="en-GB" sz="1600">
                  <a:solidFill>
                    <a:srgbClr val="000000"/>
                  </a:solidFill>
                </a:rPr>
                <a:t> extern </a:t>
              </a:r>
              <a:r>
                <a:rPr lang="en-GB" sz="1600" err="1">
                  <a:solidFill>
                    <a:srgbClr val="000000"/>
                  </a:solidFill>
                </a:rPr>
                <a:t>energikälla</a:t>
              </a:r>
              <a:r>
                <a:rPr lang="en-GB" sz="1600">
                  <a:solidFill>
                    <a:srgbClr val="000000"/>
                  </a:solidFill>
                </a:rPr>
                <a:t> för </a:t>
              </a:r>
              <a:r>
                <a:rPr lang="en-GB" sz="1600" err="1">
                  <a:solidFill>
                    <a:srgbClr val="000000"/>
                  </a:solidFill>
                </a:rPr>
                <a:t>att</a:t>
              </a:r>
              <a:r>
                <a:rPr lang="en-GB" sz="1600">
                  <a:solidFill>
                    <a:srgbClr val="000000"/>
                  </a:solidFill>
                </a:rPr>
                <a:t> </a:t>
              </a:r>
              <a:r>
                <a:rPr lang="en-GB" sz="1600" err="1">
                  <a:solidFill>
                    <a:srgbClr val="000000"/>
                  </a:solidFill>
                </a:rPr>
                <a:t>generera</a:t>
              </a:r>
              <a:r>
                <a:rPr lang="en-GB" sz="1600">
                  <a:solidFill>
                    <a:srgbClr val="000000"/>
                  </a:solidFill>
                </a:rPr>
                <a:t> </a:t>
              </a:r>
              <a:r>
                <a:rPr lang="en-GB" sz="1600" err="1">
                  <a:solidFill>
                    <a:srgbClr val="000000"/>
                  </a:solidFill>
                </a:rPr>
                <a:t>en</a:t>
              </a:r>
              <a:r>
                <a:rPr lang="en-GB" sz="1600">
                  <a:solidFill>
                    <a:srgbClr val="000000"/>
                  </a:solidFill>
                </a:rPr>
                <a:t> </a:t>
              </a:r>
              <a:r>
                <a:rPr lang="en-GB" sz="1600" err="1">
                  <a:solidFill>
                    <a:srgbClr val="000000"/>
                  </a:solidFill>
                </a:rPr>
                <a:t>utsignal</a:t>
              </a:r>
              <a:r>
                <a:rPr lang="en-GB" sz="1600">
                  <a:solidFill>
                    <a:srgbClr val="000000"/>
                  </a:solidFill>
                </a:rPr>
                <a:t>. </a:t>
              </a:r>
            </a:p>
            <a:p>
              <a:pPr marL="187200" indent="-187200">
                <a:spcBef>
                  <a:spcPts val="1200"/>
                </a:spcBef>
                <a:buClr>
                  <a:srgbClr val="FF6600"/>
                </a:buClr>
                <a:buSzPct val="80000"/>
                <a:buFont typeface="Wingdings" panose="05000000000000000000" pitchFamily="2" charset="2"/>
                <a:buChar char="§"/>
              </a:pPr>
              <a:r>
                <a:rPr lang="en-GB" sz="1600" err="1">
                  <a:solidFill>
                    <a:srgbClr val="000000"/>
                  </a:solidFill>
                </a:rPr>
                <a:t>Utsignal</a:t>
              </a:r>
              <a:r>
                <a:rPr lang="en-GB" sz="1600">
                  <a:solidFill>
                    <a:srgbClr val="000000"/>
                  </a:solidFill>
                </a:rPr>
                <a:t> </a:t>
              </a:r>
              <a:r>
                <a:rPr lang="en-GB" sz="1600" err="1">
                  <a:solidFill>
                    <a:srgbClr val="000000"/>
                  </a:solidFill>
                </a:rPr>
                <a:t>i</a:t>
              </a:r>
              <a:r>
                <a:rPr lang="en-GB" sz="1600">
                  <a:solidFill>
                    <a:srgbClr val="000000"/>
                  </a:solidFill>
                </a:rPr>
                <a:t> </a:t>
              </a:r>
              <a:r>
                <a:rPr lang="en-GB" sz="1600" err="1">
                  <a:solidFill>
                    <a:srgbClr val="000000"/>
                  </a:solidFill>
                </a:rPr>
                <a:t>spänning</a:t>
              </a:r>
              <a:r>
                <a:rPr lang="en-GB" sz="1600">
                  <a:solidFill>
                    <a:srgbClr val="000000"/>
                  </a:solidFill>
                </a:rPr>
                <a:t> </a:t>
              </a:r>
              <a:r>
                <a:rPr lang="en-GB" sz="1600" err="1">
                  <a:solidFill>
                    <a:srgbClr val="000000"/>
                  </a:solidFill>
                </a:rPr>
                <a:t>eller</a:t>
              </a:r>
              <a:r>
                <a:rPr lang="en-GB" sz="1600">
                  <a:solidFill>
                    <a:srgbClr val="000000"/>
                  </a:solidFill>
                </a:rPr>
                <a:t> </a:t>
              </a:r>
              <a:r>
                <a:rPr lang="en-GB" sz="1600" err="1">
                  <a:solidFill>
                    <a:srgbClr val="000000"/>
                  </a:solidFill>
                </a:rPr>
                <a:t>ström</a:t>
              </a:r>
              <a:r>
                <a:rPr lang="en-GB" sz="1600">
                  <a:solidFill>
                    <a:srgbClr val="000000"/>
                  </a:solidFill>
                </a:rPr>
                <a:t>: 0 – 10V, 4 – 20 mA</a:t>
              </a:r>
            </a:p>
            <a:p>
              <a:pPr marL="187200" indent="-187200">
                <a:spcBef>
                  <a:spcPts val="1200"/>
                </a:spcBef>
                <a:buClr>
                  <a:srgbClr val="FF6600"/>
                </a:buClr>
                <a:buSzPct val="80000"/>
                <a:buFont typeface="Wingdings" panose="05000000000000000000" pitchFamily="2" charset="2"/>
                <a:buChar char="§"/>
              </a:pPr>
              <a:r>
                <a:rPr lang="en-GB" sz="1600" i="1" err="1">
                  <a:solidFill>
                    <a:srgbClr val="000000"/>
                  </a:solidFill>
                </a:rPr>
                <a:t>Produktex</a:t>
              </a:r>
              <a:r>
                <a:rPr lang="en-GB" sz="1600" i="1">
                  <a:solidFill>
                    <a:srgbClr val="000000"/>
                  </a:solidFill>
                </a:rPr>
                <a:t>: 22DT-12…</a:t>
              </a:r>
            </a:p>
          </p:txBody>
        </p:sp>
      </p:grpSp>
      <p:pic>
        <p:nvPicPr>
          <p:cNvPr id="13" name="Bildobjekt 12">
            <a:extLst>
              <a:ext uri="{FF2B5EF4-FFF2-40B4-BE49-F238E27FC236}">
                <a16:creationId xmlns:a16="http://schemas.microsoft.com/office/drawing/2014/main" id="{3423B00B-F4DE-CFF4-2472-0AD45B9B2C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024" y="4518163"/>
            <a:ext cx="963770" cy="1364802"/>
          </a:xfrm>
          <a:prstGeom prst="rect">
            <a:avLst/>
          </a:prstGeom>
        </p:spPr>
      </p:pic>
      <p:pic>
        <p:nvPicPr>
          <p:cNvPr id="15" name="Bildobjekt 14">
            <a:extLst>
              <a:ext uri="{FF2B5EF4-FFF2-40B4-BE49-F238E27FC236}">
                <a16:creationId xmlns:a16="http://schemas.microsoft.com/office/drawing/2014/main" id="{ED0E0CEA-BE98-3D80-173D-39467B3FD5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1119" y="4293096"/>
            <a:ext cx="1062127" cy="1518342"/>
          </a:xfrm>
          <a:prstGeom prst="rect">
            <a:avLst/>
          </a:prstGeom>
        </p:spPr>
      </p:pic>
      <p:pic>
        <p:nvPicPr>
          <p:cNvPr id="17" name="Bildobjekt 16">
            <a:extLst>
              <a:ext uri="{FF2B5EF4-FFF2-40B4-BE49-F238E27FC236}">
                <a16:creationId xmlns:a16="http://schemas.microsoft.com/office/drawing/2014/main" id="{990541FB-312D-7B7F-C301-DFB7389F74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6205" y="4456426"/>
            <a:ext cx="1129730" cy="1140645"/>
          </a:xfrm>
          <a:prstGeom prst="rect">
            <a:avLst/>
          </a:prstGeom>
        </p:spPr>
      </p:pic>
      <p:pic>
        <p:nvPicPr>
          <p:cNvPr id="19" name="Bildobjekt 18">
            <a:extLst>
              <a:ext uri="{FF2B5EF4-FFF2-40B4-BE49-F238E27FC236}">
                <a16:creationId xmlns:a16="http://schemas.microsoft.com/office/drawing/2014/main" id="{B9BE6AA3-8F2A-5334-8DF1-749F59A609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11284" y="4428824"/>
            <a:ext cx="1185217" cy="1252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319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4418" y="677466"/>
            <a:ext cx="9311517" cy="735310"/>
          </a:xfrm>
        </p:spPr>
        <p:txBody>
          <a:bodyPr anchor="t">
            <a:normAutofit/>
          </a:bodyPr>
          <a:lstStyle/>
          <a:p>
            <a:r>
              <a:rPr lang="en-US" err="1"/>
              <a:t>Givare</a:t>
            </a:r>
            <a:r>
              <a:rPr lang="en-US"/>
              <a:t> S1 </a:t>
            </a:r>
            <a:r>
              <a:rPr lang="en-US" err="1"/>
              <a:t>och</a:t>
            </a:r>
            <a:r>
              <a:rPr lang="en-US"/>
              <a:t> S2</a:t>
            </a:r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7B643CE7-B34B-E186-D156-9A59BA88488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24418" y="6502230"/>
            <a:ext cx="7127765" cy="2088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March 21, 2023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10776520" y="6502230"/>
            <a:ext cx="791064" cy="2088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9E0E36E-47ED-4A75-B24C-0D9B4BBB9880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grpSp>
        <p:nvGrpSpPr>
          <p:cNvPr id="17" name="Grupp 16">
            <a:extLst>
              <a:ext uri="{FF2B5EF4-FFF2-40B4-BE49-F238E27FC236}">
                <a16:creationId xmlns:a16="http://schemas.microsoft.com/office/drawing/2014/main" id="{DD42DC6D-4C81-C35D-C7EE-390CBBE91EEF}"/>
              </a:ext>
            </a:extLst>
          </p:cNvPr>
          <p:cNvGrpSpPr/>
          <p:nvPr/>
        </p:nvGrpSpPr>
        <p:grpSpPr>
          <a:xfrm>
            <a:off x="1631504" y="1556792"/>
            <a:ext cx="3494233" cy="4419429"/>
            <a:chOff x="1628258" y="1657436"/>
            <a:chExt cx="3494233" cy="4419429"/>
          </a:xfrm>
        </p:grpSpPr>
        <p:sp>
          <p:nvSpPr>
            <p:cNvPr id="10" name="Rechteck 16">
              <a:extLst>
                <a:ext uri="{FF2B5EF4-FFF2-40B4-BE49-F238E27FC236}">
                  <a16:creationId xmlns:a16="http://schemas.microsoft.com/office/drawing/2014/main" id="{DF235775-A850-C63A-122E-50F801554E14}"/>
                </a:ext>
              </a:extLst>
            </p:cNvPr>
            <p:cNvSpPr>
              <a:spLocks/>
            </p:cNvSpPr>
            <p:nvPr/>
          </p:nvSpPr>
          <p:spPr>
            <a:xfrm>
              <a:off x="1631504" y="1657436"/>
              <a:ext cx="3490987" cy="472903"/>
            </a:xfrm>
            <a:prstGeom prst="rect">
              <a:avLst/>
            </a:prstGeom>
            <a:solidFill>
              <a:schemeClr val="lt2"/>
            </a:solidFill>
            <a:ln w="12700">
              <a:solidFill>
                <a:schemeClr val="accent3"/>
              </a:solidFill>
            </a:ln>
            <a:effectLst>
              <a:outerShdw blurRad="254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  <a:buClr>
                  <a:schemeClr val="bg2"/>
                </a:buClr>
              </a:pPr>
              <a:r>
                <a:rPr lang="en-GB" b="1">
                  <a:solidFill>
                    <a:schemeClr val="bg1"/>
                  </a:solidFill>
                </a:rPr>
                <a:t>PTC</a:t>
              </a:r>
            </a:p>
          </p:txBody>
        </p:sp>
        <p:sp>
          <p:nvSpPr>
            <p:cNvPr id="11" name="Rechteck 19">
              <a:extLst>
                <a:ext uri="{FF2B5EF4-FFF2-40B4-BE49-F238E27FC236}">
                  <a16:creationId xmlns:a16="http://schemas.microsoft.com/office/drawing/2014/main" id="{16B2C369-AC3F-D3C8-62D6-FF27EF8077E0}"/>
                </a:ext>
              </a:extLst>
            </p:cNvPr>
            <p:cNvSpPr/>
            <p:nvPr/>
          </p:nvSpPr>
          <p:spPr>
            <a:xfrm>
              <a:off x="1628258" y="2282740"/>
              <a:ext cx="3486150" cy="379412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accent3"/>
              </a:solidFill>
            </a:ln>
            <a:effectLst>
              <a:outerShdw blurRad="254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87200" indent="-187200">
                <a:spcBef>
                  <a:spcPts val="1200"/>
                </a:spcBef>
                <a:buClr>
                  <a:srgbClr val="FF6600"/>
                </a:buClr>
                <a:buSzPct val="80000"/>
                <a:buFont typeface="Wingdings" panose="05000000000000000000" pitchFamily="2" charset="2"/>
                <a:buChar char="§"/>
              </a:pPr>
              <a:r>
                <a:rPr lang="en-GB" sz="1600">
                  <a:solidFill>
                    <a:srgbClr val="000000"/>
                  </a:solidFill>
                </a:rPr>
                <a:t>PTC = positive temperature coefficient </a:t>
              </a:r>
            </a:p>
            <a:p>
              <a:pPr marL="187200" indent="-187200">
                <a:spcBef>
                  <a:spcPts val="1200"/>
                </a:spcBef>
                <a:buClr>
                  <a:srgbClr val="FF6600"/>
                </a:buClr>
                <a:buSzPct val="80000"/>
                <a:buFont typeface="Wingdings" panose="05000000000000000000" pitchFamily="2" charset="2"/>
                <a:buChar char="§"/>
              </a:pPr>
              <a:r>
                <a:rPr lang="en-GB" sz="1600">
                  <a:solidFill>
                    <a:srgbClr val="000000"/>
                  </a:solidFill>
                </a:rPr>
                <a:t>Ex. Pt100, Pt1000, Ni1000</a:t>
              </a:r>
            </a:p>
            <a:p>
              <a:pPr marL="187200" indent="-187200">
                <a:spcBef>
                  <a:spcPts val="1200"/>
                </a:spcBef>
                <a:buClr>
                  <a:srgbClr val="FF6600"/>
                </a:buClr>
                <a:buSzPct val="80000"/>
                <a:buFont typeface="Wingdings" panose="05000000000000000000" pitchFamily="2" charset="2"/>
                <a:buChar char="§"/>
              </a:pPr>
              <a:r>
                <a:rPr lang="en-GB" sz="1600">
                  <a:solidFill>
                    <a:srgbClr val="000000"/>
                  </a:solidFill>
                </a:rPr>
                <a:t>Material: Platina </a:t>
              </a:r>
              <a:r>
                <a:rPr lang="en-GB" sz="1600" err="1">
                  <a:solidFill>
                    <a:srgbClr val="000000"/>
                  </a:solidFill>
                </a:rPr>
                <a:t>eller</a:t>
              </a:r>
              <a:r>
                <a:rPr lang="en-GB" sz="1600">
                  <a:solidFill>
                    <a:srgbClr val="000000"/>
                  </a:solidFill>
                </a:rPr>
                <a:t> Nickel</a:t>
              </a:r>
            </a:p>
            <a:p>
              <a:pPr marL="187200" indent="-187200">
                <a:spcBef>
                  <a:spcPts val="1200"/>
                </a:spcBef>
                <a:buClr>
                  <a:srgbClr val="FF6600"/>
                </a:buClr>
                <a:buSzPct val="80000"/>
                <a:buFont typeface="Wingdings" panose="05000000000000000000" pitchFamily="2" charset="2"/>
                <a:buChar char="§"/>
              </a:pPr>
              <a:r>
                <a:rPr lang="en-GB" sz="1600" err="1">
                  <a:solidFill>
                    <a:srgbClr val="000000"/>
                  </a:solidFill>
                </a:rPr>
                <a:t>Fördelar</a:t>
              </a:r>
              <a:r>
                <a:rPr lang="en-GB" sz="1600">
                  <a:solidFill>
                    <a:srgbClr val="000000"/>
                  </a:solidFill>
                </a:rPr>
                <a:t>: </a:t>
              </a:r>
              <a:r>
                <a:rPr lang="en-GB" sz="1600" err="1">
                  <a:solidFill>
                    <a:srgbClr val="000000"/>
                  </a:solidFill>
                </a:rPr>
                <a:t>hög</a:t>
              </a:r>
              <a:r>
                <a:rPr lang="en-GB" sz="1600">
                  <a:solidFill>
                    <a:srgbClr val="000000"/>
                  </a:solidFill>
                </a:rPr>
                <a:t> </a:t>
              </a:r>
              <a:r>
                <a:rPr lang="en-GB" sz="1600" err="1">
                  <a:solidFill>
                    <a:srgbClr val="000000"/>
                  </a:solidFill>
                </a:rPr>
                <a:t>noggrannhet</a:t>
              </a:r>
              <a:r>
                <a:rPr lang="en-GB" sz="1600">
                  <a:solidFill>
                    <a:srgbClr val="000000"/>
                  </a:solidFill>
                </a:rPr>
                <a:t>, </a:t>
              </a:r>
              <a:r>
                <a:rPr lang="en-GB" sz="1600" err="1">
                  <a:solidFill>
                    <a:srgbClr val="000000"/>
                  </a:solidFill>
                </a:rPr>
                <a:t>tål</a:t>
              </a:r>
              <a:r>
                <a:rPr lang="en-GB" sz="1600">
                  <a:solidFill>
                    <a:srgbClr val="000000"/>
                  </a:solidFill>
                </a:rPr>
                <a:t> </a:t>
              </a:r>
              <a:r>
                <a:rPr lang="en-GB" sz="1600" err="1">
                  <a:solidFill>
                    <a:srgbClr val="000000"/>
                  </a:solidFill>
                </a:rPr>
                <a:t>höga</a:t>
              </a:r>
              <a:r>
                <a:rPr lang="en-GB" sz="1600">
                  <a:solidFill>
                    <a:srgbClr val="000000"/>
                  </a:solidFill>
                </a:rPr>
                <a:t> temperature </a:t>
              </a:r>
              <a:r>
                <a:rPr lang="en-GB" sz="1600" err="1">
                  <a:solidFill>
                    <a:srgbClr val="000000"/>
                  </a:solidFill>
                </a:rPr>
                <a:t>och</a:t>
              </a:r>
              <a:r>
                <a:rPr lang="en-GB" sz="1600">
                  <a:solidFill>
                    <a:srgbClr val="000000"/>
                  </a:solidFill>
                </a:rPr>
                <a:t> </a:t>
              </a:r>
              <a:r>
                <a:rPr lang="en-GB" sz="1600" err="1">
                  <a:solidFill>
                    <a:srgbClr val="000000"/>
                  </a:solidFill>
                </a:rPr>
                <a:t>lång</a:t>
              </a:r>
              <a:r>
                <a:rPr lang="en-GB" sz="1600">
                  <a:solidFill>
                    <a:srgbClr val="000000"/>
                  </a:solidFill>
                </a:rPr>
                <a:t> </a:t>
              </a:r>
              <a:r>
                <a:rPr lang="en-GB" sz="1600" err="1">
                  <a:solidFill>
                    <a:srgbClr val="000000"/>
                  </a:solidFill>
                </a:rPr>
                <a:t>livstid</a:t>
              </a:r>
              <a:endParaRPr lang="en-GB" sz="1600">
                <a:solidFill>
                  <a:srgbClr val="000000"/>
                </a:solidFill>
              </a:endParaRPr>
            </a:p>
            <a:p>
              <a:pPr marL="187200" indent="-187200">
                <a:spcBef>
                  <a:spcPts val="1200"/>
                </a:spcBef>
                <a:buClr>
                  <a:srgbClr val="FF6600"/>
                </a:buClr>
                <a:buSzPct val="80000"/>
                <a:buFont typeface="Wingdings" panose="05000000000000000000" pitchFamily="2" charset="2"/>
                <a:buChar char="§"/>
              </a:pPr>
              <a:r>
                <a:rPr lang="en-GB" sz="1600">
                  <a:solidFill>
                    <a:srgbClr val="000000"/>
                  </a:solidFill>
                </a:rPr>
                <a:t>Max temp. 500°C</a:t>
              </a:r>
            </a:p>
            <a:p>
              <a:pPr>
                <a:spcBef>
                  <a:spcPts val="1200"/>
                </a:spcBef>
                <a:buClr>
                  <a:srgbClr val="FF6600"/>
                </a:buClr>
                <a:buSzPct val="80000"/>
              </a:pPr>
              <a:endParaRPr lang="en-GB" sz="1600">
                <a:solidFill>
                  <a:srgbClr val="000000"/>
                </a:solidFill>
              </a:endParaRPr>
            </a:p>
          </p:txBody>
        </p:sp>
      </p:grpSp>
      <p:grpSp>
        <p:nvGrpSpPr>
          <p:cNvPr id="16" name="Grupp 15">
            <a:extLst>
              <a:ext uri="{FF2B5EF4-FFF2-40B4-BE49-F238E27FC236}">
                <a16:creationId xmlns:a16="http://schemas.microsoft.com/office/drawing/2014/main" id="{1487498C-2146-733D-CEB9-EEEA7D95B4C0}"/>
              </a:ext>
            </a:extLst>
          </p:cNvPr>
          <p:cNvGrpSpPr/>
          <p:nvPr/>
        </p:nvGrpSpPr>
        <p:grpSpPr>
          <a:xfrm>
            <a:off x="6600056" y="1556792"/>
            <a:ext cx="3494233" cy="4419429"/>
            <a:chOff x="1780658" y="1809836"/>
            <a:chExt cx="3494233" cy="4419429"/>
          </a:xfrm>
        </p:grpSpPr>
        <p:sp>
          <p:nvSpPr>
            <p:cNvPr id="12" name="Rechteck 16">
              <a:extLst>
                <a:ext uri="{FF2B5EF4-FFF2-40B4-BE49-F238E27FC236}">
                  <a16:creationId xmlns:a16="http://schemas.microsoft.com/office/drawing/2014/main" id="{1C59EA61-FD93-644C-AA8D-B9FCBB9F9638}"/>
                </a:ext>
              </a:extLst>
            </p:cNvPr>
            <p:cNvSpPr>
              <a:spLocks/>
            </p:cNvSpPr>
            <p:nvPr/>
          </p:nvSpPr>
          <p:spPr>
            <a:xfrm>
              <a:off x="1783904" y="1809836"/>
              <a:ext cx="3490987" cy="472903"/>
            </a:xfrm>
            <a:prstGeom prst="rect">
              <a:avLst/>
            </a:prstGeom>
            <a:solidFill>
              <a:schemeClr val="lt2"/>
            </a:solidFill>
            <a:ln w="12700">
              <a:solidFill>
                <a:schemeClr val="accent3"/>
              </a:solidFill>
            </a:ln>
            <a:effectLst>
              <a:outerShdw blurRad="254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  <a:buClr>
                  <a:schemeClr val="bg2"/>
                </a:buClr>
              </a:pPr>
              <a:r>
                <a:rPr lang="en-GB" b="1">
                  <a:solidFill>
                    <a:schemeClr val="bg1"/>
                  </a:solidFill>
                </a:rPr>
                <a:t>NTC</a:t>
              </a:r>
            </a:p>
          </p:txBody>
        </p:sp>
        <p:sp>
          <p:nvSpPr>
            <p:cNvPr id="13" name="Rechteck 19">
              <a:extLst>
                <a:ext uri="{FF2B5EF4-FFF2-40B4-BE49-F238E27FC236}">
                  <a16:creationId xmlns:a16="http://schemas.microsoft.com/office/drawing/2014/main" id="{3FA5DE36-D7F9-E6EF-5350-6519E5A9FB02}"/>
                </a:ext>
              </a:extLst>
            </p:cNvPr>
            <p:cNvSpPr/>
            <p:nvPr/>
          </p:nvSpPr>
          <p:spPr>
            <a:xfrm>
              <a:off x="1780658" y="2435140"/>
              <a:ext cx="3486150" cy="379412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accent3"/>
              </a:solidFill>
            </a:ln>
            <a:effectLst>
              <a:outerShdw blurRad="254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87200" indent="-187200">
                <a:spcBef>
                  <a:spcPts val="1200"/>
                </a:spcBef>
                <a:buClr>
                  <a:srgbClr val="FF6600"/>
                </a:buClr>
                <a:buSzPct val="80000"/>
                <a:buFont typeface="Wingdings" panose="05000000000000000000" pitchFamily="2" charset="2"/>
                <a:buChar char="§"/>
              </a:pPr>
              <a:r>
                <a:rPr lang="en-GB" sz="1600">
                  <a:solidFill>
                    <a:srgbClr val="000000"/>
                  </a:solidFill>
                </a:rPr>
                <a:t>NTC = negative temperature coefficient</a:t>
              </a:r>
            </a:p>
            <a:p>
              <a:pPr marL="187200" indent="-187200">
                <a:spcBef>
                  <a:spcPts val="1200"/>
                </a:spcBef>
                <a:buClr>
                  <a:srgbClr val="FF6600"/>
                </a:buClr>
                <a:buSzPct val="80000"/>
                <a:buFont typeface="Wingdings" panose="05000000000000000000" pitchFamily="2" charset="2"/>
                <a:buChar char="§"/>
              </a:pPr>
              <a:r>
                <a:rPr lang="en-GB" sz="1600">
                  <a:solidFill>
                    <a:srgbClr val="000000"/>
                  </a:solidFill>
                </a:rPr>
                <a:t>Ex. NTC1.8k, NTC10kCarel</a:t>
              </a:r>
            </a:p>
            <a:p>
              <a:pPr marL="187200" indent="-187200">
                <a:spcBef>
                  <a:spcPts val="1200"/>
                </a:spcBef>
                <a:buClr>
                  <a:srgbClr val="FF6600"/>
                </a:buClr>
                <a:buSzPct val="80000"/>
                <a:buFont typeface="Wingdings" panose="05000000000000000000" pitchFamily="2" charset="2"/>
                <a:buChar char="§"/>
              </a:pPr>
              <a:r>
                <a:rPr lang="en-GB" sz="1600" err="1">
                  <a:solidFill>
                    <a:srgbClr val="000000"/>
                  </a:solidFill>
                </a:rPr>
                <a:t>Fördelar</a:t>
              </a:r>
              <a:r>
                <a:rPr lang="en-GB" sz="1600">
                  <a:solidFill>
                    <a:srgbClr val="000000"/>
                  </a:solidFill>
                </a:rPr>
                <a:t>: </a:t>
              </a:r>
              <a:r>
                <a:rPr lang="en-GB" sz="1600" err="1">
                  <a:solidFill>
                    <a:srgbClr val="000000"/>
                  </a:solidFill>
                </a:rPr>
                <a:t>lägre</a:t>
              </a:r>
              <a:r>
                <a:rPr lang="en-GB" sz="1600">
                  <a:solidFill>
                    <a:srgbClr val="000000"/>
                  </a:solidFill>
                </a:rPr>
                <a:t> pris </a:t>
              </a:r>
              <a:r>
                <a:rPr lang="en-GB" sz="1600" err="1">
                  <a:solidFill>
                    <a:srgbClr val="000000"/>
                  </a:solidFill>
                </a:rPr>
                <a:t>och</a:t>
              </a:r>
              <a:r>
                <a:rPr lang="en-GB" sz="1600">
                  <a:solidFill>
                    <a:srgbClr val="000000"/>
                  </a:solidFill>
                </a:rPr>
                <a:t> </a:t>
              </a:r>
              <a:r>
                <a:rPr lang="en-GB" sz="1600" err="1">
                  <a:solidFill>
                    <a:srgbClr val="000000"/>
                  </a:solidFill>
                </a:rPr>
                <a:t>acceptabel</a:t>
              </a:r>
              <a:r>
                <a:rPr lang="en-GB" sz="1600">
                  <a:solidFill>
                    <a:srgbClr val="000000"/>
                  </a:solidFill>
                </a:rPr>
                <a:t> </a:t>
              </a:r>
              <a:r>
                <a:rPr lang="en-GB" sz="1600" err="1">
                  <a:solidFill>
                    <a:srgbClr val="000000"/>
                  </a:solidFill>
                </a:rPr>
                <a:t>noggrannhet</a:t>
              </a:r>
              <a:r>
                <a:rPr lang="en-GB" sz="1600">
                  <a:solidFill>
                    <a:srgbClr val="000000"/>
                  </a:solidFill>
                </a:rPr>
                <a:t> </a:t>
              </a:r>
              <a:r>
                <a:rPr lang="en-GB" sz="1600" err="1">
                  <a:solidFill>
                    <a:srgbClr val="000000"/>
                  </a:solidFill>
                </a:rPr>
                <a:t>upp</a:t>
              </a:r>
              <a:r>
                <a:rPr lang="en-GB" sz="1600">
                  <a:solidFill>
                    <a:srgbClr val="000000"/>
                  </a:solidFill>
                </a:rPr>
                <a:t> till </a:t>
              </a:r>
              <a:r>
                <a:rPr lang="en-GB" sz="1600" err="1">
                  <a:solidFill>
                    <a:srgbClr val="000000"/>
                  </a:solidFill>
                </a:rPr>
                <a:t>en</a:t>
              </a:r>
              <a:r>
                <a:rPr lang="en-GB" sz="1600">
                  <a:solidFill>
                    <a:srgbClr val="000000"/>
                  </a:solidFill>
                </a:rPr>
                <a:t> </a:t>
              </a:r>
              <a:r>
                <a:rPr lang="en-GB" sz="1600" err="1">
                  <a:solidFill>
                    <a:srgbClr val="000000"/>
                  </a:solidFill>
                </a:rPr>
                <a:t>viss</a:t>
              </a:r>
              <a:r>
                <a:rPr lang="en-GB" sz="1600">
                  <a:solidFill>
                    <a:srgbClr val="000000"/>
                  </a:solidFill>
                </a:rPr>
                <a:t> </a:t>
              </a:r>
              <a:r>
                <a:rPr lang="en-GB" sz="1600" err="1">
                  <a:solidFill>
                    <a:srgbClr val="000000"/>
                  </a:solidFill>
                </a:rPr>
                <a:t>temperatur</a:t>
              </a:r>
              <a:r>
                <a:rPr lang="en-GB" sz="1600">
                  <a:solidFill>
                    <a:srgbClr val="000000"/>
                  </a:solidFill>
                </a:rPr>
                <a:t>.</a:t>
              </a:r>
            </a:p>
            <a:p>
              <a:pPr marL="187200" indent="-187200">
                <a:spcBef>
                  <a:spcPts val="1200"/>
                </a:spcBef>
                <a:buClr>
                  <a:srgbClr val="FF6600"/>
                </a:buClr>
                <a:buSzPct val="80000"/>
                <a:buFont typeface="Wingdings" panose="05000000000000000000" pitchFamily="2" charset="2"/>
                <a:buChar char="§"/>
              </a:pPr>
              <a:r>
                <a:rPr lang="en-GB" sz="1600" i="1">
                  <a:solidFill>
                    <a:srgbClr val="000000"/>
                  </a:solidFill>
                </a:rPr>
                <a:t>Max temp. 150</a:t>
              </a:r>
              <a:r>
                <a:rPr lang="en-GB" sz="1600">
                  <a:solidFill>
                    <a:srgbClr val="000000"/>
                  </a:solidFill>
                </a:rPr>
                <a:t>°C</a:t>
              </a:r>
              <a:endParaRPr lang="en-GB" sz="1600" i="1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04181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type="body" sz="quarter" idx="12"/>
          </p:nvPr>
        </p:nvSpPr>
        <p:spPr>
          <a:xfrm>
            <a:off x="263352" y="1916832"/>
            <a:ext cx="4607485" cy="792088"/>
          </a:xfrm>
          <a:solidFill>
            <a:schemeClr val="lt2"/>
          </a:solidFill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err="1"/>
              <a:t>Utgående</a:t>
            </a:r>
            <a:r>
              <a:rPr lang="en-US"/>
              <a:t> </a:t>
            </a:r>
            <a:r>
              <a:rPr lang="en-US" err="1"/>
              <a:t>styrsignaler</a:t>
            </a:r>
            <a:r>
              <a:rPr lang="en-US"/>
              <a:t> </a:t>
            </a:r>
            <a:r>
              <a:rPr lang="en-US" err="1"/>
              <a:t>i</a:t>
            </a:r>
            <a:r>
              <a:rPr lang="en-US"/>
              <a:t> ohm (</a:t>
            </a:r>
            <a:r>
              <a:rPr lang="el-GR"/>
              <a:t>Ω</a:t>
            </a:r>
            <a:r>
              <a:rPr lang="sv-SE"/>
              <a:t>)</a:t>
            </a:r>
            <a:endParaRPr lang="en-US"/>
          </a:p>
        </p:txBody>
      </p:sp>
      <p:pic>
        <p:nvPicPr>
          <p:cNvPr id="7" name="Bildobjekt 6">
            <a:extLst>
              <a:ext uri="{FF2B5EF4-FFF2-40B4-BE49-F238E27FC236}">
                <a16:creationId xmlns:a16="http://schemas.microsoft.com/office/drawing/2014/main" id="{7564BAB8-C48A-05A3-B48C-AEFF232C61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5879" y="474438"/>
            <a:ext cx="5472608" cy="6236591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4418" y="677466"/>
            <a:ext cx="9311517" cy="735310"/>
          </a:xfrm>
        </p:spPr>
        <p:txBody>
          <a:bodyPr anchor="t">
            <a:normAutofit/>
          </a:bodyPr>
          <a:lstStyle/>
          <a:p>
            <a:r>
              <a:rPr lang="en-US" err="1"/>
              <a:t>Givare</a:t>
            </a:r>
            <a:r>
              <a:rPr lang="en-US"/>
              <a:t> S1 </a:t>
            </a:r>
            <a:r>
              <a:rPr lang="en-US" err="1"/>
              <a:t>och</a:t>
            </a:r>
            <a:r>
              <a:rPr lang="en-US"/>
              <a:t> S2</a:t>
            </a:r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7B643CE7-B34B-E186-D156-9A59BA88488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24418" y="6502230"/>
            <a:ext cx="7127765" cy="2088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March 21, 2023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10776520" y="6502230"/>
            <a:ext cx="791064" cy="2088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9E0E36E-47ED-4A75-B24C-0D9B4BBB9880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2975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err="1"/>
              <a:t>Frågor</a:t>
            </a:r>
            <a:r>
              <a:rPr lang="en-US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161165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678302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RSINFO" val="BEL1002"/>
  <p:tag name="TEMPLATEID" val="Belimo169Logo"/>
  <p:tag name="LANGUAGEID" val="1033"/>
  <p:tag name="COLORTHEMEID" val="1"/>
  <p:tag name="BRANDID" val="Belimo"/>
  <p:tag name="CLIENT" val="BEL"/>
  <p:tag name="VERSION" val="1001"/>
  <p:tag name="REFERENCEDATE" val="45006"/>
  <p:tag name="DATE" val="March 21, 202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Classification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Status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Textbox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Classification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Status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Classification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Status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UPLICATEONIMAGE" val="True"/>
  <p:tag name="SHAPETYPE" val="TransparentOrangeShap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Classificati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Status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heme/theme1.xml><?xml version="1.0" encoding="utf-8"?>
<a:theme xmlns:a="http://schemas.openxmlformats.org/drawingml/2006/main" name="Office-tema">
  <a:themeElements>
    <a:clrScheme name="Belimo">
      <a:dk1>
        <a:srgbClr val="000000"/>
      </a:dk1>
      <a:lt1>
        <a:srgbClr val="FFFFFF"/>
      </a:lt1>
      <a:dk2>
        <a:srgbClr val="C4C4C4"/>
      </a:dk2>
      <a:lt2>
        <a:srgbClr val="FF6600"/>
      </a:lt2>
      <a:accent1>
        <a:srgbClr val="787878"/>
      </a:accent1>
      <a:accent2>
        <a:srgbClr val="C4C4C4"/>
      </a:accent2>
      <a:accent3>
        <a:srgbClr val="437FA3"/>
      </a:accent3>
      <a:accent4>
        <a:srgbClr val="BBDEF0"/>
      </a:accent4>
      <a:accent5>
        <a:srgbClr val="6B2A5E"/>
      </a:accent5>
      <a:accent6>
        <a:srgbClr val="B063A0"/>
      </a:accent6>
      <a:hlink>
        <a:srgbClr val="000000"/>
      </a:hlink>
      <a:folHlink>
        <a:srgbClr val="C4C4C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Belimo_169.potx" id="{2D17F227-6A39-464E-9000-1C3955AB9EF9}" vid="{0269C04D-5BD7-41D5-BE18-06E2332DEAC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2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3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4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5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6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7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8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9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0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1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2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3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4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5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6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7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8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9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20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21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9600842-2569-4614-9b46-18c9378b41bb" xsi:nil="true"/>
    <lcf76f155ced4ddcb4097134ff3c332f xmlns="f96aa2d0-cd7f-4655-84c2-9d0c20ea0d26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DE80B2AA239B8498F8C40C2DC4633EE" ma:contentTypeVersion="11" ma:contentTypeDescription="Ein neues Dokument erstellen." ma:contentTypeScope="" ma:versionID="66410baba4bbf9eee3648f6c3f73b67c">
  <xsd:schema xmlns:xsd="http://www.w3.org/2001/XMLSchema" xmlns:xs="http://www.w3.org/2001/XMLSchema" xmlns:p="http://schemas.microsoft.com/office/2006/metadata/properties" xmlns:ns2="f96aa2d0-cd7f-4655-84c2-9d0c20ea0d26" xmlns:ns3="49600842-2569-4614-9b46-18c9378b41bb" targetNamespace="http://schemas.microsoft.com/office/2006/metadata/properties" ma:root="true" ma:fieldsID="6232b6cf3742cb180e123c7197e00986" ns2:_="" ns3:_="">
    <xsd:import namespace="f96aa2d0-cd7f-4655-84c2-9d0c20ea0d26"/>
    <xsd:import namespace="49600842-2569-4614-9b46-18c9378b41b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6aa2d0-cd7f-4655-84c2-9d0c20ea0d2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Bildmarkierungen" ma:readOnly="false" ma:fieldId="{5cf76f15-5ced-4ddc-b409-7134ff3c332f}" ma:taxonomyMulti="true" ma:sspId="6eef0083-667e-4374-ac25-8a5cf9d057c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600842-2569-4614-9b46-18c9378b41bb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d4c79c40-6216-4d94-9ee9-c884dd6a0a4f}" ma:internalName="TaxCatchAll" ma:showField="CatchAllData" ma:web="49600842-2569-4614-9b46-18c9378b41b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296A7C5-678F-4CC5-84F0-CD36D3D188D8}">
  <ds:schemaRefs>
    <ds:schemaRef ds:uri="f2cf1b0a-023d-431e-a166-c16457bccf9d"/>
    <ds:schemaRef ds:uri="d549b9d6-181e-4214-b341-950143c64e1a"/>
    <ds:schemaRef ds:uri="http://purl.org/dc/dcmitype/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elements/1.1/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38E1422D-8656-40A7-A475-A0E6A1EB1EC8}"/>
</file>

<file path=customXml/itemProps3.xml><?xml version="1.0" encoding="utf-8"?>
<ds:datastoreItem xmlns:ds="http://schemas.openxmlformats.org/officeDocument/2006/customXml" ds:itemID="{A733323D-900E-40A4-A7BA-84677219AF74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35268511-52de-428f-bc29-d3325c69c449}" enabled="0" method="" siteId="{35268511-52de-428f-bc29-d3325c69c44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Belimo_169</Template>
  <TotalTime>101</TotalTime>
  <Words>416</Words>
  <Application>Microsoft Office PowerPoint</Application>
  <PresentationFormat>Bredbild</PresentationFormat>
  <Paragraphs>94</Paragraphs>
  <Slides>9</Slides>
  <Notes>7</Notes>
  <HiddenSlides>0</HiddenSlides>
  <MMClips>0</MMClips>
  <ScaleCrop>false</ScaleCrop>
  <HeadingPairs>
    <vt:vector size="6" baseType="variant">
      <vt:variant>
        <vt:lpstr>Använt teckensnitt</vt:lpstr>
      </vt:variant>
      <vt:variant>
        <vt:i4>4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 Math</vt:lpstr>
      <vt:lpstr>Wingdings</vt:lpstr>
      <vt:lpstr>Office-tema</vt:lpstr>
      <vt:lpstr>Givare – nivå S1 och S2</vt:lpstr>
      <vt:lpstr>Givare S1 och S2</vt:lpstr>
      <vt:lpstr>Belimos givare</vt:lpstr>
      <vt:lpstr>Givare S1 och S2</vt:lpstr>
      <vt:lpstr>Givare S1 och S2</vt:lpstr>
      <vt:lpstr>Givare S1 och S2</vt:lpstr>
      <vt:lpstr>Givare S1 och S2</vt:lpstr>
      <vt:lpstr>PowerPoint-presentation</vt:lpstr>
      <vt:lpstr>PowerPoint-presentation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Givare S1 och S2</dc:title>
  <dc:creator>Abdo Zaki</dc:creator>
  <cp:lastModifiedBy>Abdo Zaki</cp:lastModifiedBy>
  <cp:revision>5</cp:revision>
  <dcterms:created xsi:type="dcterms:W3CDTF">2023-03-21T08:16:12Z</dcterms:created>
  <dcterms:modified xsi:type="dcterms:W3CDTF">2025-03-04T14:45:42Z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0x0101002DE80B2AA239B8498F8C40C2DC4633EE</vt:lpwstr>
  </property>
  <property fmtid="{D5CDD505-2E9C-101B-9397-08002B2CF9AE}" pid="3" name="MediaServiceImageTags">
    <vt:lpwstr/>
  </property>
  <property fmtid="{D5CDD505-2E9C-101B-9397-08002B2CF9AE}" pid="4" name="xd_ProgID">
    <vt:lpwstr/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TriggerFlowInfo">
    <vt:lpwstr/>
  </property>
  <property fmtid="{D5CDD505-2E9C-101B-9397-08002B2CF9AE}" pid="11" name="xd_Signature">
    <vt:bool>false</vt:bool>
  </property>
</Properties>
</file>