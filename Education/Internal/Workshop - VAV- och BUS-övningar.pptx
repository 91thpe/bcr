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6" r:id="rId5"/>
    <p:sldId id="257" r:id="rId6"/>
    <p:sldId id="273" r:id="rId7"/>
    <p:sldId id="272" r:id="rId8"/>
    <p:sldId id="274" r:id="rId9"/>
    <p:sldId id="275" r:id="rId10"/>
    <p:sldId id="276" r:id="rId11"/>
    <p:sldId id="277" r:id="rId12"/>
    <p:sldId id="260" r:id="rId13"/>
  </p:sldIdLst>
  <p:sldSz cx="12192000" cy="6858000"/>
  <p:notesSz cx="7023100" cy="93091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73A"/>
    <a:srgbClr val="CC5300"/>
    <a:srgbClr val="DA5800"/>
    <a:srgbClr val="E65D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1D589-330A-DD71-B3AB-F493432C0BA9}" v="4" dt="2025-11-11T12:40:05.731"/>
  </p1510:revLst>
</p1510:revInfo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32" autoAdjust="0"/>
  </p:normalViewPr>
  <p:slideViewPr>
    <p:cSldViewPr>
      <p:cViewPr varScale="1">
        <p:scale>
          <a:sx n="75" d="100"/>
          <a:sy n="75" d="100"/>
        </p:scale>
        <p:origin x="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EEN Christina" userId="S::christina.modeen@belimo.se::63c968b0-dd36-48ad-b5a7-a34be83676e8" providerId="AD" clId="Web-{C971D589-330A-DD71-B3AB-F493432C0BA9}"/>
    <pc:docChg chg="modSld">
      <pc:chgData name="MODEEN Christina" userId="S::christina.modeen@belimo.se::63c968b0-dd36-48ad-b5a7-a34be83676e8" providerId="AD" clId="Web-{C971D589-330A-DD71-B3AB-F493432C0BA9}" dt="2025-11-11T12:40:05.731" v="3" actId="20577"/>
      <pc:docMkLst>
        <pc:docMk/>
      </pc:docMkLst>
      <pc:sldChg chg="modSp">
        <pc:chgData name="MODEEN Christina" userId="S::christina.modeen@belimo.se::63c968b0-dd36-48ad-b5a7-a34be83676e8" providerId="AD" clId="Web-{C971D589-330A-DD71-B3AB-F493432C0BA9}" dt="2025-11-11T12:40:05.731" v="3" actId="20577"/>
        <pc:sldMkLst>
          <pc:docMk/>
          <pc:sldMk cId="4241380933" sldId="256"/>
        </pc:sldMkLst>
        <pc:spChg chg="mod">
          <ac:chgData name="MODEEN Christina" userId="S::christina.modeen@belimo.se::63c968b0-dd36-48ad-b5a7-a34be83676e8" providerId="AD" clId="Web-{C971D589-330A-DD71-B3AB-F493432C0BA9}" dt="2025-11-11T12:40:05.731" v="3" actId="20577"/>
          <ac:spMkLst>
            <pc:docMk/>
            <pc:sldMk cId="4241380933" sldId="256"/>
            <ac:spMk id="4" creationId="{6F2E2458-1FD3-45DE-9AAB-DD00CF32D4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FBF08-CC27-44F7-B5AB-BD3EC148142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  <p:sp>
        <p:nvSpPr>
          <p:cNvPr id="9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sv-SE"/>
              <a:t>Klicka här för att ändra mall för rubrikformat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428ED-8510-4AD4-A518-3035D91A916F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Anlass</a:t>
            </a:r>
            <a:r>
              <a:rPr lang="en-US" dirty="0"/>
              <a:t>, Datum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ett medieklipp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07A5F-B00B-4DE8-84B0-0DDBC1A982C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584" y="2093996"/>
            <a:ext cx="5400000" cy="212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Anlass</a:t>
            </a:r>
            <a:r>
              <a:rPr lang="en-US" dirty="0"/>
              <a:t>, Datum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  <p:sp>
        <p:nvSpPr>
          <p:cNvPr id="8" name="Classification" hidden="1"/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de-CH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1" r:id="rId3"/>
    <p:sldLayoutId id="2147483682" r:id="rId4"/>
    <p:sldLayoutId id="2147483662" r:id="rId5"/>
    <p:sldLayoutId id="2147483664" r:id="rId6"/>
    <p:sldLayoutId id="2147483678" r:id="rId7"/>
    <p:sldLayoutId id="2147483679" r:id="rId8"/>
    <p:sldLayoutId id="2147483675" r:id="rId9"/>
    <p:sldLayoutId id="2147483676" r:id="rId10"/>
    <p:sldLayoutId id="2147483677" r:id="rId11"/>
    <p:sldLayoutId id="2147483668" r:id="rId12"/>
    <p:sldLayoutId id="2147483669" r:id="rId13"/>
    <p:sldLayoutId id="2147483670" r:id="rId14"/>
    <p:sldLayoutId id="2147483673" r:id="rId15"/>
    <p:sldLayoutId id="2147483672" r:id="rId16"/>
    <p:sldLayoutId id="2147483666" r:id="rId17"/>
    <p:sldLayoutId id="2147483667" r:id="rId18"/>
    <p:sldLayoutId id="2147483680" r:id="rId19"/>
    <p:sldLayoutId id="2147483674" r:id="rId20"/>
  </p:sldLayoutIdLst>
  <p:hf hd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F6212406-A659-4E56-8050-51156CBD0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D920197-3537-40BB-8284-E5F7A4798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1751136"/>
          </a:xfrm>
        </p:spPr>
        <p:txBody>
          <a:bodyPr/>
          <a:lstStyle/>
          <a:p>
            <a:r>
              <a:rPr lang="en-GB" dirty="0"/>
              <a:t>Hands-on</a:t>
            </a:r>
            <a:br>
              <a:rPr lang="en-GB" dirty="0"/>
            </a:br>
            <a:r>
              <a:rPr lang="en-GB" dirty="0"/>
              <a:t>VAV- </a:t>
            </a:r>
            <a:r>
              <a:rPr lang="en-GB" dirty="0" err="1"/>
              <a:t>och</a:t>
            </a:r>
            <a:r>
              <a:rPr lang="en-GB" dirty="0"/>
              <a:t> BUS-</a:t>
            </a:r>
            <a:r>
              <a:rPr lang="en-GB" dirty="0" err="1"/>
              <a:t>övningar</a:t>
            </a:r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2E2458-1FD3-45DE-9AAB-DD00CF32D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38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lt2"/>
          </a:solidFill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Övning</a:t>
            </a:r>
            <a:r>
              <a:rPr lang="en-GB" dirty="0">
                <a:solidFill>
                  <a:schemeClr val="bg1"/>
                </a:solidFill>
              </a:rPr>
              <a:t> 1</a:t>
            </a:r>
            <a:br>
              <a:rPr lang="en-GB" dirty="0"/>
            </a:br>
            <a:r>
              <a:rPr lang="en-GB" dirty="0">
                <a:solidFill>
                  <a:schemeClr val="bg1"/>
                </a:solidFill>
              </a:rPr>
              <a:t>VAV</a:t>
            </a:r>
            <a:r>
              <a:rPr lang="en-GB" sz="3200" dirty="0">
                <a:solidFill>
                  <a:schemeClr val="bg1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– </a:t>
            </a:r>
            <a:r>
              <a:rPr lang="en-GB" sz="2000" dirty="0">
                <a:solidFill>
                  <a:schemeClr val="bg1"/>
                </a:solidFill>
              </a:rPr>
              <a:t>ZTH EU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sz="2000" dirty="0" err="1"/>
              <a:t>Ställdon</a:t>
            </a:r>
            <a:r>
              <a:rPr lang="en-GB" sz="2000" dirty="0"/>
              <a:t>: LMV-D3-MP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Koppla</a:t>
            </a:r>
            <a:r>
              <a:rPr lang="en-GB" sz="2000" dirty="0"/>
              <a:t> in ZTH EU </a:t>
            </a:r>
            <a:r>
              <a:rPr lang="en-GB" sz="2000" dirty="0" err="1"/>
              <a:t>i</a:t>
            </a:r>
            <a:r>
              <a:rPr lang="en-GB" sz="2000" dirty="0"/>
              <a:t> </a:t>
            </a:r>
            <a:r>
              <a:rPr lang="en-GB" sz="2000" dirty="0" err="1"/>
              <a:t>ställdonet</a:t>
            </a: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Ställ</a:t>
            </a:r>
            <a:r>
              <a:rPr lang="en-GB" sz="2000" dirty="0"/>
              <a:t> in </a:t>
            </a:r>
            <a:r>
              <a:rPr lang="en-GB" sz="2000" dirty="0" err="1"/>
              <a:t>värden</a:t>
            </a:r>
            <a:r>
              <a:rPr lang="en-GB" sz="2000" dirty="0"/>
              <a:t> </a:t>
            </a:r>
            <a:r>
              <a:rPr lang="en-GB" sz="2000" dirty="0" err="1"/>
              <a:t>enligt</a:t>
            </a:r>
            <a:r>
              <a:rPr lang="en-GB" sz="2000" dirty="0"/>
              <a:t> </a:t>
            </a:r>
            <a:r>
              <a:rPr lang="en-GB" sz="2000" dirty="0" err="1"/>
              <a:t>följande</a:t>
            </a:r>
            <a:r>
              <a:rPr lang="en-GB" sz="2000" dirty="0"/>
              <a:t>:</a:t>
            </a:r>
            <a:br>
              <a:rPr lang="en-GB" sz="2000" dirty="0"/>
            </a:br>
            <a:r>
              <a:rPr lang="en-GB" sz="2000" dirty="0"/>
              <a:t>		Vmax = 240 l/s</a:t>
            </a:r>
            <a:br>
              <a:rPr lang="en-GB" sz="2000" dirty="0"/>
            </a:br>
            <a:r>
              <a:rPr lang="en-GB" sz="2000" dirty="0"/>
              <a:t>		</a:t>
            </a:r>
            <a:r>
              <a:rPr lang="en-GB" sz="2000" dirty="0" err="1"/>
              <a:t>Vmin</a:t>
            </a:r>
            <a:r>
              <a:rPr lang="en-GB" sz="2000" dirty="0"/>
              <a:t> = 80 l/s </a:t>
            </a:r>
            <a:br>
              <a:rPr lang="en-GB" sz="2000" dirty="0"/>
            </a:br>
            <a:r>
              <a:rPr lang="en-GB" sz="2000" dirty="0"/>
              <a:t>		Control mode = 0 – 10V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78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lt2"/>
          </a:solidFill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Övning</a:t>
            </a:r>
            <a:r>
              <a:rPr lang="en-GB" dirty="0">
                <a:solidFill>
                  <a:schemeClr val="bg1"/>
                </a:solidFill>
              </a:rPr>
              <a:t> 2</a:t>
            </a:r>
            <a:br>
              <a:rPr lang="en-GB" dirty="0"/>
            </a:br>
            <a:r>
              <a:rPr lang="en-GB" dirty="0">
                <a:solidFill>
                  <a:schemeClr val="bg1"/>
                </a:solidFill>
              </a:rPr>
              <a:t>VAV </a:t>
            </a:r>
            <a:r>
              <a:rPr lang="en-GB" sz="2400" dirty="0">
                <a:solidFill>
                  <a:schemeClr val="bg1"/>
                </a:solidFill>
              </a:rPr>
              <a:t>– </a:t>
            </a:r>
            <a:r>
              <a:rPr lang="en-GB" sz="2000" dirty="0">
                <a:solidFill>
                  <a:schemeClr val="bg1"/>
                </a:solidFill>
              </a:rPr>
              <a:t>ZTH EU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sz="2000" dirty="0" err="1"/>
              <a:t>Ställdon</a:t>
            </a:r>
            <a:r>
              <a:rPr lang="en-GB" sz="2000" dirty="0"/>
              <a:t>: LMV-D3-MP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Koppla</a:t>
            </a:r>
            <a:r>
              <a:rPr lang="en-GB" sz="2000" dirty="0"/>
              <a:t> in ZTH EU </a:t>
            </a:r>
            <a:r>
              <a:rPr lang="en-GB" sz="2000" dirty="0" err="1"/>
              <a:t>i</a:t>
            </a:r>
            <a:r>
              <a:rPr lang="en-GB" sz="2000" dirty="0"/>
              <a:t> </a:t>
            </a:r>
            <a:r>
              <a:rPr lang="en-GB" sz="2000" dirty="0" err="1"/>
              <a:t>ställdonet</a:t>
            </a: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Ställ</a:t>
            </a:r>
            <a:r>
              <a:rPr lang="en-GB" sz="2000" dirty="0"/>
              <a:t> in </a:t>
            </a:r>
            <a:r>
              <a:rPr lang="en-GB" sz="2000" dirty="0" err="1"/>
              <a:t>värden</a:t>
            </a:r>
            <a:r>
              <a:rPr lang="en-GB" sz="2000" dirty="0"/>
              <a:t> </a:t>
            </a:r>
            <a:r>
              <a:rPr lang="en-GB" sz="2000" dirty="0" err="1"/>
              <a:t>enligt</a:t>
            </a:r>
            <a:r>
              <a:rPr lang="en-GB" sz="2000" dirty="0"/>
              <a:t> </a:t>
            </a:r>
            <a:r>
              <a:rPr lang="en-GB" sz="2000" dirty="0" err="1"/>
              <a:t>följande</a:t>
            </a:r>
            <a:r>
              <a:rPr lang="en-GB" sz="2000" dirty="0"/>
              <a:t>:</a:t>
            </a:r>
            <a:br>
              <a:rPr lang="en-GB" sz="2000" dirty="0"/>
            </a:br>
            <a:r>
              <a:rPr lang="en-GB" sz="2000" dirty="0"/>
              <a:t>		</a:t>
            </a:r>
            <a:r>
              <a:rPr lang="en-GB" sz="2000" dirty="0" err="1"/>
              <a:t>Vnom</a:t>
            </a:r>
            <a:r>
              <a:rPr lang="en-GB" sz="2000" dirty="0"/>
              <a:t> = 500 l/s</a:t>
            </a:r>
            <a:br>
              <a:rPr lang="en-GB" sz="2000" dirty="0"/>
            </a:br>
            <a:br>
              <a:rPr lang="en-GB" sz="2000" dirty="0"/>
            </a:br>
            <a:r>
              <a:rPr lang="en-GB" sz="1800" i="1" dirty="0"/>
              <a:t>-	</a:t>
            </a:r>
            <a:r>
              <a:rPr lang="en-GB" sz="1800" i="1" dirty="0" err="1"/>
              <a:t>Varför</a:t>
            </a:r>
            <a:r>
              <a:rPr lang="en-GB" sz="1800" i="1" dirty="0"/>
              <a:t> </a:t>
            </a:r>
            <a:r>
              <a:rPr lang="en-GB" sz="1800" i="1" dirty="0" err="1"/>
              <a:t>går</a:t>
            </a:r>
            <a:r>
              <a:rPr lang="en-GB" sz="1800" i="1" dirty="0"/>
              <a:t> det </a:t>
            </a:r>
            <a:r>
              <a:rPr lang="en-GB" sz="1800" i="1" dirty="0" err="1"/>
              <a:t>inte</a:t>
            </a:r>
            <a:r>
              <a:rPr lang="en-GB" sz="1800" i="1" dirty="0"/>
              <a:t> </a:t>
            </a:r>
            <a:r>
              <a:rPr lang="en-GB" sz="1800" i="1" dirty="0" err="1"/>
              <a:t>att</a:t>
            </a:r>
            <a:r>
              <a:rPr lang="en-GB" sz="1800" i="1" dirty="0"/>
              <a:t> </a:t>
            </a:r>
            <a:r>
              <a:rPr lang="en-GB" sz="1800" i="1" dirty="0" err="1"/>
              <a:t>ändra</a:t>
            </a:r>
            <a:r>
              <a:rPr lang="en-GB" sz="1800" i="1" dirty="0"/>
              <a:t> </a:t>
            </a:r>
            <a:r>
              <a:rPr lang="en-GB" sz="1800" i="1" dirty="0" err="1"/>
              <a:t>Vnom</a:t>
            </a:r>
            <a:r>
              <a:rPr lang="en-GB" sz="1800" i="1" dirty="0"/>
              <a:t>?</a:t>
            </a:r>
            <a:endParaRPr lang="en-GB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04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lt2"/>
          </a:solidFill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Övning</a:t>
            </a:r>
            <a:r>
              <a:rPr lang="en-GB" dirty="0">
                <a:solidFill>
                  <a:schemeClr val="bg1"/>
                </a:solidFill>
              </a:rPr>
              <a:t> 2</a:t>
            </a:r>
            <a:br>
              <a:rPr lang="en-GB" dirty="0"/>
            </a:br>
            <a:r>
              <a:rPr lang="en-GB" dirty="0">
                <a:solidFill>
                  <a:schemeClr val="bg1"/>
                </a:solidFill>
              </a:rPr>
              <a:t>VAV </a:t>
            </a:r>
            <a:r>
              <a:rPr lang="en-GB" sz="2400" dirty="0">
                <a:solidFill>
                  <a:schemeClr val="bg1"/>
                </a:solidFill>
              </a:rPr>
              <a:t>– </a:t>
            </a:r>
            <a:r>
              <a:rPr lang="en-GB" sz="2000" dirty="0">
                <a:solidFill>
                  <a:schemeClr val="bg1"/>
                </a:solidFill>
              </a:rPr>
              <a:t>ZTH EU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sz="2000" dirty="0" err="1"/>
              <a:t>Ställdon</a:t>
            </a:r>
            <a:r>
              <a:rPr lang="en-GB" sz="2000" dirty="0"/>
              <a:t>: LMV-D3-MP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-	OEM-</a:t>
            </a:r>
            <a:r>
              <a:rPr lang="en-GB" sz="2000" dirty="0" err="1"/>
              <a:t>nummer</a:t>
            </a:r>
            <a:r>
              <a:rPr lang="en-GB" sz="2000" dirty="0"/>
              <a:t> </a:t>
            </a:r>
            <a:r>
              <a:rPr lang="en-GB" sz="2000" dirty="0" err="1"/>
              <a:t>krävs</a:t>
            </a:r>
            <a:r>
              <a:rPr lang="en-GB" sz="2000" dirty="0"/>
              <a:t> för </a:t>
            </a:r>
            <a:r>
              <a:rPr lang="en-GB" sz="2000" dirty="0" err="1"/>
              <a:t>att</a:t>
            </a:r>
            <a:r>
              <a:rPr lang="en-GB" sz="2000" dirty="0"/>
              <a:t> </a:t>
            </a:r>
            <a:r>
              <a:rPr lang="en-GB" sz="2000" dirty="0" err="1"/>
              <a:t>ändra</a:t>
            </a:r>
            <a:r>
              <a:rPr lang="en-GB" sz="2000" dirty="0"/>
              <a:t> </a:t>
            </a:r>
            <a:r>
              <a:rPr lang="en-GB" sz="2000" dirty="0" err="1"/>
              <a:t>Vnom</a:t>
            </a:r>
            <a:r>
              <a:rPr lang="en-GB" sz="2000" dirty="0"/>
              <a:t> </a:t>
            </a:r>
            <a:r>
              <a:rPr lang="en-GB" sz="2000" dirty="0" err="1"/>
              <a:t>och</a:t>
            </a:r>
            <a:r>
              <a:rPr lang="en-GB" sz="2000" dirty="0"/>
              <a:t> ∆p</a:t>
            </a: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Gå</a:t>
            </a:r>
            <a:r>
              <a:rPr lang="en-GB" sz="2000" dirty="0"/>
              <a:t> in </a:t>
            </a:r>
            <a:r>
              <a:rPr lang="en-GB" sz="2000" dirty="0" err="1"/>
              <a:t>i</a:t>
            </a:r>
            <a:r>
              <a:rPr lang="en-GB" sz="2000" dirty="0"/>
              <a:t> </a:t>
            </a:r>
            <a:r>
              <a:rPr lang="en-GB" sz="2000" dirty="0" err="1"/>
              <a:t>menyn</a:t>
            </a:r>
            <a:r>
              <a:rPr lang="en-GB" sz="2000" dirty="0"/>
              <a:t> för ZTH:</a:t>
            </a:r>
            <a:br>
              <a:rPr lang="en-GB" sz="2000" dirty="0"/>
            </a:br>
            <a:r>
              <a:rPr lang="en-GB" sz="2000" dirty="0"/>
              <a:t>		-  </a:t>
            </a:r>
            <a:r>
              <a:rPr lang="en-GB" sz="2000" dirty="0" err="1"/>
              <a:t>Stoppa</a:t>
            </a:r>
            <a:r>
              <a:rPr lang="en-GB" sz="2000" dirty="0"/>
              <a:t> in </a:t>
            </a:r>
            <a:r>
              <a:rPr lang="en-GB" sz="2000" dirty="0" err="1"/>
              <a:t>värdet</a:t>
            </a:r>
            <a:r>
              <a:rPr lang="en-GB" sz="2000" dirty="0"/>
              <a:t> 11233 under “OEM no.”</a:t>
            </a:r>
            <a:br>
              <a:rPr lang="en-GB" sz="2000" dirty="0"/>
            </a:br>
            <a:r>
              <a:rPr lang="en-GB" sz="2000" dirty="0"/>
              <a:t>		-  </a:t>
            </a:r>
            <a:r>
              <a:rPr lang="en-GB" sz="2000" dirty="0" err="1"/>
              <a:t>Gå</a:t>
            </a:r>
            <a:r>
              <a:rPr lang="en-GB" sz="2000" dirty="0"/>
              <a:t> </a:t>
            </a:r>
            <a:r>
              <a:rPr lang="en-GB" sz="2000" dirty="0" err="1"/>
              <a:t>tillbaka</a:t>
            </a:r>
            <a:r>
              <a:rPr lang="en-GB" sz="2000" dirty="0"/>
              <a:t> till </a:t>
            </a:r>
            <a:r>
              <a:rPr lang="en-GB" sz="2000" dirty="0" err="1"/>
              <a:t>ordinarie</a:t>
            </a:r>
            <a:r>
              <a:rPr lang="en-GB" sz="2000" dirty="0"/>
              <a:t> </a:t>
            </a:r>
            <a:r>
              <a:rPr lang="en-GB" sz="2000" dirty="0" err="1"/>
              <a:t>meny</a:t>
            </a:r>
            <a:r>
              <a:rPr lang="en-GB" sz="2000" dirty="0"/>
              <a:t> </a:t>
            </a:r>
            <a:br>
              <a:rPr lang="en-GB" sz="2000" dirty="0"/>
            </a:br>
            <a:r>
              <a:rPr lang="en-GB" sz="2000" dirty="0"/>
              <a:t>		-  </a:t>
            </a:r>
            <a:r>
              <a:rPr lang="en-GB" sz="2000" dirty="0" err="1"/>
              <a:t>Prova</a:t>
            </a:r>
            <a:r>
              <a:rPr lang="en-GB" sz="2000" dirty="0"/>
              <a:t> </a:t>
            </a:r>
            <a:r>
              <a:rPr lang="en-GB" sz="2000" dirty="0" err="1"/>
              <a:t>att</a:t>
            </a:r>
            <a:r>
              <a:rPr lang="en-GB" sz="2000" dirty="0"/>
              <a:t> </a:t>
            </a:r>
            <a:r>
              <a:rPr lang="en-GB" sz="2000" dirty="0" err="1"/>
              <a:t>stoppa</a:t>
            </a:r>
            <a:r>
              <a:rPr lang="en-GB" sz="2000" dirty="0"/>
              <a:t> in </a:t>
            </a:r>
            <a:r>
              <a:rPr lang="en-GB" sz="2000" dirty="0" err="1"/>
              <a:t>värdet</a:t>
            </a:r>
            <a:r>
              <a:rPr lang="en-GB" sz="2000" dirty="0"/>
              <a:t> för </a:t>
            </a:r>
            <a:r>
              <a:rPr lang="en-GB" sz="2000" dirty="0" err="1"/>
              <a:t>Vnom</a:t>
            </a:r>
            <a:br>
              <a:rPr lang="en-GB" sz="2000" dirty="0"/>
            </a:br>
            <a:r>
              <a:rPr lang="en-GB" sz="2000" dirty="0"/>
              <a:t>			</a:t>
            </a:r>
            <a:r>
              <a:rPr lang="en-GB" sz="1800" i="1" dirty="0"/>
              <a:t>- </a:t>
            </a:r>
            <a:r>
              <a:rPr lang="en-GB" sz="1800" i="1" dirty="0" err="1"/>
              <a:t>Funkade</a:t>
            </a:r>
            <a:r>
              <a:rPr lang="en-GB" sz="1800" i="1" dirty="0"/>
              <a:t> det?</a:t>
            </a:r>
            <a:br>
              <a:rPr lang="en-GB" sz="1800" i="1" dirty="0"/>
            </a:br>
            <a:r>
              <a:rPr lang="en-GB" sz="2000" dirty="0"/>
              <a:t>		-  </a:t>
            </a:r>
            <a:r>
              <a:rPr lang="en-GB" sz="2000" dirty="0" err="1"/>
              <a:t>Stoppa</a:t>
            </a:r>
            <a:r>
              <a:rPr lang="en-GB" sz="2000" dirty="0"/>
              <a:t> </a:t>
            </a:r>
            <a:r>
              <a:rPr lang="en-GB" sz="2000" dirty="0" err="1"/>
              <a:t>även</a:t>
            </a:r>
            <a:r>
              <a:rPr lang="en-GB" sz="2000" dirty="0"/>
              <a:t> in </a:t>
            </a:r>
            <a:r>
              <a:rPr lang="en-GB" sz="2000" dirty="0" err="1"/>
              <a:t>värdet</a:t>
            </a:r>
            <a:r>
              <a:rPr lang="en-GB" sz="2000" dirty="0"/>
              <a:t> för ∆</a:t>
            </a:r>
            <a:r>
              <a:rPr lang="en-GB" sz="2000" dirty="0" err="1"/>
              <a:t>p@Vnom</a:t>
            </a:r>
            <a:r>
              <a:rPr lang="en-GB" sz="2000" dirty="0"/>
              <a:t>: 167 Pa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2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lt2"/>
          </a:solidFill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Övning</a:t>
            </a:r>
            <a:r>
              <a:rPr lang="en-GB" dirty="0">
                <a:solidFill>
                  <a:schemeClr val="bg1"/>
                </a:solidFill>
              </a:rPr>
              <a:t> 3</a:t>
            </a:r>
            <a:br>
              <a:rPr lang="en-GB" dirty="0"/>
            </a:br>
            <a:r>
              <a:rPr lang="en-GB" dirty="0">
                <a:solidFill>
                  <a:schemeClr val="bg1"/>
                </a:solidFill>
              </a:rPr>
              <a:t>VAV </a:t>
            </a:r>
            <a:r>
              <a:rPr lang="en-GB" sz="2400" dirty="0">
                <a:solidFill>
                  <a:schemeClr val="bg1"/>
                </a:solidFill>
              </a:rPr>
              <a:t>– </a:t>
            </a:r>
            <a:r>
              <a:rPr lang="en-GB" sz="2000" dirty="0">
                <a:solidFill>
                  <a:schemeClr val="bg1"/>
                </a:solidFill>
              </a:rPr>
              <a:t>Belimo Assistant app 2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sz="2000" dirty="0" err="1"/>
              <a:t>Ställdon</a:t>
            </a:r>
            <a:r>
              <a:rPr lang="en-GB" sz="2000" dirty="0"/>
              <a:t>: VRU-D3-BAC</a:t>
            </a:r>
            <a:br>
              <a:rPr lang="en-GB" dirty="0"/>
            </a:br>
            <a:r>
              <a:rPr lang="en-GB" dirty="0"/>
              <a:t>	</a:t>
            </a:r>
            <a:br>
              <a:rPr lang="en-GB" dirty="0"/>
            </a:br>
            <a:r>
              <a:rPr lang="en-GB" sz="2000" dirty="0"/>
              <a:t>-</a:t>
            </a:r>
            <a:r>
              <a:rPr lang="en-GB" dirty="0"/>
              <a:t>	</a:t>
            </a:r>
            <a:r>
              <a:rPr lang="en-GB" sz="2000" dirty="0" err="1"/>
              <a:t>Öppna</a:t>
            </a:r>
            <a:r>
              <a:rPr lang="en-GB" sz="2000" dirty="0"/>
              <a:t> </a:t>
            </a:r>
            <a:r>
              <a:rPr lang="en-GB" sz="2000" dirty="0" err="1"/>
              <a:t>appen</a:t>
            </a:r>
            <a:r>
              <a:rPr lang="en-GB" sz="2000" dirty="0"/>
              <a:t> Belimo Assistant 2.</a:t>
            </a:r>
            <a:br>
              <a:rPr lang="en-GB" sz="2000" dirty="0"/>
            </a:br>
            <a:r>
              <a:rPr lang="en-GB" sz="2000" dirty="0"/>
              <a:t>-	Om du </a:t>
            </a:r>
            <a:r>
              <a:rPr lang="en-GB" sz="2000" dirty="0" err="1"/>
              <a:t>inte</a:t>
            </a:r>
            <a:r>
              <a:rPr lang="en-GB" sz="2000" dirty="0"/>
              <a:t> </a:t>
            </a:r>
            <a:r>
              <a:rPr lang="en-GB" sz="2000" dirty="0" err="1"/>
              <a:t>har</a:t>
            </a:r>
            <a:r>
              <a:rPr lang="en-GB" sz="2000" dirty="0"/>
              <a:t> </a:t>
            </a:r>
            <a:r>
              <a:rPr lang="en-GB" sz="2000" dirty="0" err="1"/>
              <a:t>appen</a:t>
            </a:r>
            <a:r>
              <a:rPr lang="en-GB" sz="2000" dirty="0"/>
              <a:t>, </a:t>
            </a:r>
            <a:r>
              <a:rPr lang="en-GB" sz="2000" dirty="0" err="1"/>
              <a:t>skanna</a:t>
            </a:r>
            <a:r>
              <a:rPr lang="en-GB" sz="2000" dirty="0"/>
              <a:t> QR-</a:t>
            </a:r>
            <a:r>
              <a:rPr lang="en-GB" sz="2000" dirty="0" err="1"/>
              <a:t>koden</a:t>
            </a: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Lägg</a:t>
            </a:r>
            <a:r>
              <a:rPr lang="en-GB" sz="2000" dirty="0"/>
              <a:t> </a:t>
            </a:r>
            <a:r>
              <a:rPr lang="en-GB" sz="2000" dirty="0" err="1"/>
              <a:t>telefonen</a:t>
            </a:r>
            <a:r>
              <a:rPr lang="en-GB" sz="2000" dirty="0"/>
              <a:t> </a:t>
            </a:r>
            <a:r>
              <a:rPr lang="en-GB" sz="2000" dirty="0" err="1"/>
              <a:t>på</a:t>
            </a:r>
            <a:r>
              <a:rPr lang="en-GB" sz="2000" dirty="0"/>
              <a:t> </a:t>
            </a:r>
            <a:r>
              <a:rPr lang="en-GB" sz="2000" dirty="0" err="1"/>
              <a:t>ställdonet</a:t>
            </a:r>
            <a:r>
              <a:rPr lang="en-GB" sz="2000" dirty="0"/>
              <a:t> </a:t>
            </a:r>
            <a:r>
              <a:rPr lang="en-GB" sz="2000" dirty="0" err="1"/>
              <a:t>och</a:t>
            </a:r>
            <a:r>
              <a:rPr lang="en-GB" sz="2000" dirty="0"/>
              <a:t> </a:t>
            </a:r>
            <a:r>
              <a:rPr lang="en-GB" sz="2000" dirty="0" err="1"/>
              <a:t>skanna</a:t>
            </a: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Ändra</a:t>
            </a:r>
            <a:r>
              <a:rPr lang="en-GB" sz="2000" dirty="0"/>
              <a:t> </a:t>
            </a:r>
            <a:r>
              <a:rPr lang="en-GB" sz="2000" dirty="0" err="1"/>
              <a:t>värdena</a:t>
            </a:r>
            <a:r>
              <a:rPr lang="en-GB" sz="2000" dirty="0"/>
              <a:t> </a:t>
            </a:r>
            <a:r>
              <a:rPr lang="en-GB" sz="2000" dirty="0" err="1"/>
              <a:t>enligt</a:t>
            </a:r>
            <a:r>
              <a:rPr lang="en-GB" sz="2000" dirty="0"/>
              <a:t> </a:t>
            </a:r>
            <a:r>
              <a:rPr lang="en-GB" sz="2000" dirty="0" err="1"/>
              <a:t>bild</a:t>
            </a:r>
            <a:r>
              <a:rPr lang="en-GB" sz="2000" dirty="0"/>
              <a:t> 1:</a:t>
            </a:r>
            <a:br>
              <a:rPr lang="en-GB" sz="2000" dirty="0"/>
            </a:br>
            <a:r>
              <a:rPr lang="en-GB" sz="2000" dirty="0"/>
              <a:t>		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75B7AFE5-1F71-A19F-21F0-7FB67670F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004" y="1844824"/>
            <a:ext cx="4019048" cy="1809524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3967D385-C3CC-3C34-1567-F1026102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3661097"/>
            <a:ext cx="1418186" cy="3106746"/>
          </a:xfrm>
          <a:prstGeom prst="rect">
            <a:avLst/>
          </a:prstGeom>
        </p:spPr>
      </p:pic>
      <p:sp>
        <p:nvSpPr>
          <p:cNvPr id="10" name="textruta 9">
            <a:extLst>
              <a:ext uri="{FF2B5EF4-FFF2-40B4-BE49-F238E27FC236}">
                <a16:creationId xmlns:a16="http://schemas.microsoft.com/office/drawing/2014/main" id="{DF3C9A08-CB54-013C-031F-CE085E38C023}"/>
              </a:ext>
            </a:extLst>
          </p:cNvPr>
          <p:cNvSpPr txBox="1"/>
          <p:nvPr/>
        </p:nvSpPr>
        <p:spPr>
          <a:xfrm>
            <a:off x="6434244" y="6468130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bild1</a:t>
            </a:r>
          </a:p>
        </p:txBody>
      </p:sp>
    </p:spTree>
    <p:extLst>
      <p:ext uri="{BB962C8B-B14F-4D97-AF65-F5344CB8AC3E}">
        <p14:creationId xmlns:p14="http://schemas.microsoft.com/office/powerpoint/2010/main" val="312952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lt2"/>
          </a:solidFill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Övning</a:t>
            </a:r>
            <a:r>
              <a:rPr lang="en-GB" dirty="0">
                <a:solidFill>
                  <a:schemeClr val="bg1"/>
                </a:solidFill>
              </a:rPr>
              <a:t> 3</a:t>
            </a:r>
            <a:br>
              <a:rPr lang="en-GB" dirty="0"/>
            </a:br>
            <a:r>
              <a:rPr lang="en-GB" dirty="0">
                <a:solidFill>
                  <a:schemeClr val="bg1"/>
                </a:solidFill>
              </a:rPr>
              <a:t>VAV </a:t>
            </a:r>
            <a:r>
              <a:rPr lang="en-GB" sz="2400" dirty="0">
                <a:solidFill>
                  <a:schemeClr val="bg1"/>
                </a:solidFill>
              </a:rPr>
              <a:t>– </a:t>
            </a:r>
            <a:r>
              <a:rPr lang="en-GB" sz="2000" dirty="0">
                <a:solidFill>
                  <a:schemeClr val="bg1"/>
                </a:solidFill>
              </a:rPr>
              <a:t>Belimo Assistant app 2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sz="2000" dirty="0" err="1"/>
              <a:t>Ställdon</a:t>
            </a:r>
            <a:r>
              <a:rPr lang="en-GB" sz="2000" dirty="0"/>
              <a:t>: VRU-D3-BAC</a:t>
            </a:r>
            <a:br>
              <a:rPr lang="en-GB" dirty="0"/>
            </a:br>
            <a:r>
              <a:rPr lang="en-GB" dirty="0"/>
              <a:t>	</a:t>
            </a:r>
            <a:br>
              <a:rPr lang="en-GB" dirty="0"/>
            </a:br>
            <a:r>
              <a:rPr lang="en-GB" sz="2000" dirty="0"/>
              <a:t>-	</a:t>
            </a:r>
            <a:r>
              <a:rPr lang="en-GB" sz="2000" dirty="0" err="1"/>
              <a:t>Ändra</a:t>
            </a:r>
            <a:r>
              <a:rPr lang="en-GB" sz="2000" dirty="0"/>
              <a:t> </a:t>
            </a:r>
            <a:r>
              <a:rPr lang="en-GB" sz="2000" dirty="0" err="1"/>
              <a:t>värdena</a:t>
            </a:r>
            <a:r>
              <a:rPr lang="en-GB" sz="2000" dirty="0"/>
              <a:t> </a:t>
            </a:r>
            <a:r>
              <a:rPr lang="en-GB" sz="2000" dirty="0" err="1"/>
              <a:t>enligt</a:t>
            </a:r>
            <a:r>
              <a:rPr lang="en-GB" sz="2000" dirty="0"/>
              <a:t> </a:t>
            </a:r>
            <a:r>
              <a:rPr lang="en-GB" sz="2000" dirty="0" err="1"/>
              <a:t>bild</a:t>
            </a:r>
            <a:r>
              <a:rPr lang="en-GB" sz="2000" dirty="0"/>
              <a:t> 2: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-	</a:t>
            </a:r>
            <a:r>
              <a:rPr lang="en-GB" sz="2000" dirty="0" err="1"/>
              <a:t>Skriv</a:t>
            </a:r>
            <a:r>
              <a:rPr lang="en-GB" sz="2000" dirty="0"/>
              <a:t> </a:t>
            </a:r>
            <a:r>
              <a:rPr lang="en-GB" sz="2000" dirty="0" err="1"/>
              <a:t>över</a:t>
            </a:r>
            <a:r>
              <a:rPr lang="en-GB" sz="2000" dirty="0"/>
              <a:t> </a:t>
            </a:r>
            <a:r>
              <a:rPr lang="en-GB" sz="2000" dirty="0" err="1"/>
              <a:t>ändringarna</a:t>
            </a:r>
            <a:r>
              <a:rPr lang="en-GB" sz="2000" dirty="0"/>
              <a:t> till </a:t>
            </a:r>
            <a:r>
              <a:rPr lang="en-GB" sz="2000" dirty="0" err="1"/>
              <a:t>ställdonet</a:t>
            </a:r>
            <a:br>
              <a:rPr lang="en-GB" sz="2000" dirty="0"/>
            </a:br>
            <a:r>
              <a:rPr lang="en-GB" sz="2000" dirty="0"/>
              <a:t>		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DF3C9A08-CB54-013C-031F-CE085E38C023}"/>
              </a:ext>
            </a:extLst>
          </p:cNvPr>
          <p:cNvSpPr txBox="1"/>
          <p:nvPr/>
        </p:nvSpPr>
        <p:spPr>
          <a:xfrm>
            <a:off x="9935935" y="6502230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bild2</a:t>
            </a:r>
          </a:p>
        </p:txBody>
      </p:sp>
      <p:pic>
        <p:nvPicPr>
          <p:cNvPr id="6" name="Bildobjekt 5" descr="En bild som visar text, skärmbild, nummer, Teckensnitt&#10;&#10;Automatiskt genererad beskrivning">
            <a:extLst>
              <a:ext uri="{FF2B5EF4-FFF2-40B4-BE49-F238E27FC236}">
                <a16:creationId xmlns:a16="http://schemas.microsoft.com/office/drawing/2014/main" id="{2C4E3F9E-FEAA-9218-AF5C-9AD81AE43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97"/>
          <a:stretch/>
        </p:blipFill>
        <p:spPr>
          <a:xfrm>
            <a:off x="7320136" y="1484783"/>
            <a:ext cx="2615799" cy="52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9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lt2"/>
          </a:solidFill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Övning</a:t>
            </a:r>
            <a:r>
              <a:rPr lang="en-GB" dirty="0">
                <a:solidFill>
                  <a:schemeClr val="bg1"/>
                </a:solidFill>
              </a:rPr>
              <a:t> 4</a:t>
            </a:r>
            <a:br>
              <a:rPr lang="en-GB" dirty="0"/>
            </a:br>
            <a:r>
              <a:rPr lang="en-GB" dirty="0">
                <a:solidFill>
                  <a:schemeClr val="bg1"/>
                </a:solidFill>
              </a:rPr>
              <a:t>Modbus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sz="2000" dirty="0" err="1"/>
              <a:t>Ställdon</a:t>
            </a:r>
            <a:r>
              <a:rPr lang="en-GB" sz="2000" dirty="0"/>
              <a:t>: LR24A-MOD</a:t>
            </a:r>
            <a:br>
              <a:rPr lang="en-GB" dirty="0"/>
            </a:br>
            <a:r>
              <a:rPr lang="en-GB" dirty="0"/>
              <a:t>	</a:t>
            </a:r>
            <a:br>
              <a:rPr lang="en-GB" dirty="0"/>
            </a:br>
            <a:r>
              <a:rPr lang="en-GB" sz="2000" dirty="0"/>
              <a:t>-	</a:t>
            </a:r>
            <a:r>
              <a:rPr lang="en-GB" sz="1800" dirty="0" err="1"/>
              <a:t>Koppla</a:t>
            </a:r>
            <a:r>
              <a:rPr lang="en-GB" sz="1800" dirty="0"/>
              <a:t> in </a:t>
            </a:r>
            <a:r>
              <a:rPr lang="en-GB" sz="1800" dirty="0" err="1"/>
              <a:t>ställdonet</a:t>
            </a:r>
            <a:r>
              <a:rPr lang="en-GB" sz="1800" dirty="0"/>
              <a:t> </a:t>
            </a:r>
            <a:r>
              <a:rPr lang="en-GB" sz="1800" dirty="0" err="1"/>
              <a:t>enligt</a:t>
            </a:r>
            <a:r>
              <a:rPr lang="en-GB" sz="1800" dirty="0"/>
              <a:t> </a:t>
            </a:r>
            <a:r>
              <a:rPr lang="en-GB" sz="1800" dirty="0" err="1"/>
              <a:t>elektriska</a:t>
            </a:r>
            <a:r>
              <a:rPr lang="en-GB" sz="1800" dirty="0"/>
              <a:t> </a:t>
            </a:r>
            <a:r>
              <a:rPr lang="en-GB" sz="1800" dirty="0" err="1"/>
              <a:t>schemat</a:t>
            </a:r>
            <a:r>
              <a:rPr lang="en-GB" sz="1800" dirty="0"/>
              <a:t> </a:t>
            </a:r>
            <a:r>
              <a:rPr lang="en-GB" sz="1800" dirty="0" err="1"/>
              <a:t>nedan</a:t>
            </a:r>
            <a:r>
              <a:rPr lang="en-GB" sz="1800" dirty="0"/>
              <a:t>:</a:t>
            </a:r>
            <a:br>
              <a:rPr lang="en-GB" sz="1800" dirty="0"/>
            </a:br>
            <a:r>
              <a:rPr lang="en-GB" sz="2000" dirty="0"/>
              <a:t>	</a:t>
            </a:r>
            <a:br>
              <a:rPr lang="en-GB" sz="2000" dirty="0"/>
            </a:br>
            <a:r>
              <a:rPr lang="en-GB" sz="2000" dirty="0"/>
              <a:t>		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DF3C9A08-CB54-013C-031F-CE085E38C023}"/>
              </a:ext>
            </a:extLst>
          </p:cNvPr>
          <p:cNvSpPr txBox="1"/>
          <p:nvPr/>
        </p:nvSpPr>
        <p:spPr>
          <a:xfrm>
            <a:off x="9935935" y="6502230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bild2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E4B4AB4C-D3FD-25BB-4DAD-E035762FC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3140968"/>
            <a:ext cx="3380952" cy="3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0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lt2"/>
          </a:solidFill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Övning</a:t>
            </a:r>
            <a:r>
              <a:rPr lang="en-GB" dirty="0">
                <a:solidFill>
                  <a:schemeClr val="bg1"/>
                </a:solidFill>
              </a:rPr>
              <a:t> 4</a:t>
            </a:r>
            <a:br>
              <a:rPr lang="en-GB" dirty="0"/>
            </a:br>
            <a:r>
              <a:rPr lang="en-GB" dirty="0">
                <a:solidFill>
                  <a:schemeClr val="bg1"/>
                </a:solidFill>
              </a:rPr>
              <a:t>Modbus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sz="2000" dirty="0" err="1"/>
              <a:t>Ställdon</a:t>
            </a:r>
            <a:r>
              <a:rPr lang="en-GB" sz="2000" dirty="0"/>
              <a:t>: LR24A-MOD</a:t>
            </a:r>
            <a:br>
              <a:rPr lang="en-GB" dirty="0"/>
            </a:br>
            <a:r>
              <a:rPr lang="en-GB" dirty="0"/>
              <a:t>	</a:t>
            </a:r>
            <a:br>
              <a:rPr lang="en-GB" dirty="0"/>
            </a:br>
            <a:r>
              <a:rPr lang="en-GB" sz="2000" dirty="0"/>
              <a:t>-	</a:t>
            </a:r>
            <a:r>
              <a:rPr lang="en-GB" sz="1800" dirty="0" err="1"/>
              <a:t>Gå</a:t>
            </a:r>
            <a:r>
              <a:rPr lang="en-GB" sz="1800" dirty="0"/>
              <a:t> in </a:t>
            </a:r>
            <a:r>
              <a:rPr lang="en-GB" sz="1800" dirty="0" err="1"/>
              <a:t>på</a:t>
            </a:r>
            <a:r>
              <a:rPr lang="en-GB" sz="1800" dirty="0"/>
              <a:t> Belimos </a:t>
            </a:r>
            <a:r>
              <a:rPr lang="en-GB" sz="1800" dirty="0" err="1"/>
              <a:t>hemsida</a:t>
            </a:r>
            <a:r>
              <a:rPr lang="en-GB" sz="1800" dirty="0"/>
              <a:t> </a:t>
            </a:r>
            <a:r>
              <a:rPr lang="en-GB" sz="1800" dirty="0" err="1"/>
              <a:t>och</a:t>
            </a:r>
            <a:r>
              <a:rPr lang="en-GB" sz="1800" dirty="0"/>
              <a:t> </a:t>
            </a:r>
            <a:r>
              <a:rPr lang="en-GB" sz="1800" dirty="0" err="1"/>
              <a:t>ladda</a:t>
            </a:r>
            <a:r>
              <a:rPr lang="en-GB" sz="1800" dirty="0"/>
              <a:t> </a:t>
            </a:r>
            <a:r>
              <a:rPr lang="en-GB" sz="1800" dirty="0" err="1"/>
              <a:t>ner</a:t>
            </a:r>
            <a:r>
              <a:rPr lang="en-GB" sz="1800" dirty="0"/>
              <a:t> </a:t>
            </a:r>
            <a:r>
              <a:rPr lang="en-GB" sz="1800" dirty="0" err="1"/>
              <a:t>dokumentet</a:t>
            </a:r>
            <a:r>
              <a:rPr lang="en-GB" sz="1800" dirty="0"/>
              <a:t> för Modbus 	</a:t>
            </a:r>
            <a:r>
              <a:rPr lang="en-GB" sz="1800" dirty="0" err="1"/>
              <a:t>gränssnittsbeskrivning</a:t>
            </a:r>
            <a:r>
              <a:rPr lang="en-GB" sz="1800" dirty="0"/>
              <a:t> </a:t>
            </a:r>
            <a:r>
              <a:rPr lang="en-GB" sz="1800" dirty="0" err="1"/>
              <a:t>som</a:t>
            </a:r>
            <a:r>
              <a:rPr lang="en-GB" sz="1800" dirty="0"/>
              <a:t> </a:t>
            </a:r>
            <a:r>
              <a:rPr lang="en-GB" sz="1800" dirty="0" err="1"/>
              <a:t>finns</a:t>
            </a:r>
            <a:r>
              <a:rPr lang="en-GB" sz="1800" dirty="0"/>
              <a:t> under </a:t>
            </a:r>
            <a:r>
              <a:rPr lang="en-GB" sz="1800" dirty="0" err="1"/>
              <a:t>Systemintegration</a:t>
            </a:r>
            <a:br>
              <a:rPr lang="en-GB" sz="1800" dirty="0"/>
            </a:br>
            <a:br>
              <a:rPr lang="en-GB" sz="1800" dirty="0"/>
            </a:br>
            <a:br>
              <a:rPr lang="en-GB" sz="1800" dirty="0"/>
            </a:br>
            <a:br>
              <a:rPr lang="en-GB" sz="1800" dirty="0"/>
            </a:br>
            <a:r>
              <a:rPr lang="en-GB" sz="1800" dirty="0"/>
              <a:t>	</a:t>
            </a:r>
            <a:r>
              <a:rPr lang="en-GB" sz="2000" dirty="0"/>
              <a:t>	</a:t>
            </a:r>
            <a:br>
              <a:rPr lang="en-GB" sz="2000" dirty="0"/>
            </a:br>
            <a:r>
              <a:rPr lang="en-GB" sz="2000" dirty="0"/>
              <a:t>		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DCC79618-A39C-A75C-FEC4-4D03E5B5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659"/>
          <a:stretch/>
        </p:blipFill>
        <p:spPr>
          <a:xfrm>
            <a:off x="1372191" y="3573016"/>
            <a:ext cx="6740034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7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5226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">
  <a:themeElements>
    <a:clrScheme name="Belimo">
      <a:dk1>
        <a:sysClr val="windowText" lastClr="000000"/>
      </a:dk1>
      <a:lt1>
        <a:sysClr val="window" lastClr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äsentation5" id="{C1150CBC-898B-4DFD-9B4B-C768B060C68B}" vid="{9AB2C6A1-39E4-4C5A-84FA-780455A63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Skapa ett nytt dokument." ma:contentTypeScope="" ma:versionID="a52d255dd140e09b9b599b2859d5bb74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dfbe635513f7f889ae7b240fcc6cc589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eringar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4B91B3-A05F-4BB8-90B2-D17E5021A3CA}"/>
</file>

<file path=customXml/itemProps2.xml><?xml version="1.0" encoding="utf-8"?>
<ds:datastoreItem xmlns:ds="http://schemas.openxmlformats.org/officeDocument/2006/customXml" ds:itemID="{DD2E2DF2-CE8D-42E7-AB70-E79E342DA623}">
  <ds:schemaRefs>
    <ds:schemaRef ds:uri="http://schemas.microsoft.com/office/2006/metadata/properties"/>
    <ds:schemaRef ds:uri="http://schemas.microsoft.com/office/infopath/2007/PartnerControls"/>
    <ds:schemaRef ds:uri="49600842-2569-4614-9b46-18c9378b41bb"/>
    <ds:schemaRef ds:uri="f96aa2d0-cd7f-4655-84c2-9d0c20ea0d26"/>
  </ds:schemaRefs>
</ds:datastoreItem>
</file>

<file path=customXml/itemProps3.xml><?xml version="1.0" encoding="utf-8"?>
<ds:datastoreItem xmlns:ds="http://schemas.openxmlformats.org/officeDocument/2006/customXml" ds:itemID="{E040BDE6-A014-40AF-A0A0-C391DB17B0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342</TotalTime>
  <Words>392</Words>
  <Application>Microsoft Office PowerPoint</Application>
  <PresentationFormat>Bredbild</PresentationFormat>
  <Paragraphs>19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0" baseType="lpstr">
      <vt:lpstr>Office</vt:lpstr>
      <vt:lpstr>Hands-on VAV- och BUS-övningar</vt:lpstr>
      <vt:lpstr>Övning 1 VAV – ZTH EU    Ställdon: LMV-D3-MP  - Koppla in ZTH EU i ställdonet - Ställ in värden enligt följande:   Vmax = 240 l/s   Vmin = 80 l/s    Control mode = 0 – 10V</vt:lpstr>
      <vt:lpstr>Övning 2 VAV – ZTH EU    Ställdon: LMV-D3-MP  - Koppla in ZTH EU i ställdonet - Ställ in värden enligt följande:   Vnom = 500 l/s  - Varför går det inte att ändra Vnom?</vt:lpstr>
      <vt:lpstr>Övning 2 VAV – ZTH EU    Ställdon: LMV-D3-MP  - OEM-nummer krävs för att ändra Vnom och ∆p - Gå in i menyn för ZTH:   -  Stoppa in värdet 11233 under “OEM no.”   -  Gå tillbaka till ordinarie meny    -  Prova att stoppa in värdet för Vnom    - Funkade det?   -  Stoppa även in värdet för ∆p@Vnom: 167 Pa</vt:lpstr>
      <vt:lpstr>Övning 3 VAV – Belimo Assistant app 2   Ställdon: VRU-D3-BAC   - Öppna appen Belimo Assistant 2. - Om du inte har appen, skanna QR-koden - Lägg telefonen på ställdonet och skanna - Ändra värdena enligt bild 1:   </vt:lpstr>
      <vt:lpstr>Övning 3 VAV – Belimo Assistant app 2   Ställdon: VRU-D3-BAC   - Ändra värdena enligt bild 2:  - Skriv över ändringarna till ställdonet   </vt:lpstr>
      <vt:lpstr>Övning 4 Modbus   Ställdon: LR24A-MOD   - Koppla in ställdonet enligt elektriska schemat nedan:     </vt:lpstr>
      <vt:lpstr>Övning 4 Modbus   Ställdon: LR24A-MOD   - Gå in på Belimos hemsida och ladda ner dokumentet för Modbus  gränssnittsbeskrivning som finns under Systemintegration         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Abdo Zaki</dc:creator>
  <cp:lastModifiedBy>Abdo Zaki</cp:lastModifiedBy>
  <cp:revision>8</cp:revision>
  <cp:lastPrinted>2024-11-11T11:54:45Z</cp:lastPrinted>
  <dcterms:created xsi:type="dcterms:W3CDTF">2024-05-13T07:14:50Z</dcterms:created>
  <dcterms:modified xsi:type="dcterms:W3CDTF">2025-11-11T12:40:11Z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13300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