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tags/tag1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86" r:id="rId2"/>
    <p:sldId id="289" r:id="rId3"/>
    <p:sldId id="292" r:id="rId4"/>
    <p:sldId id="260" r:id="rId5"/>
  </p:sldIdLst>
  <p:sldSz cx="12192000" cy="6858000"/>
  <p:notesSz cx="6797675" cy="9926638"/>
  <p:custDataLst>
    <p:tags r:id="rId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7FA3"/>
    <a:srgbClr val="EEEFF1"/>
    <a:srgbClr val="EF7D00"/>
    <a:srgbClr val="FFFFFF"/>
    <a:srgbClr val="FF6600"/>
    <a:srgbClr val="000000"/>
    <a:srgbClr val="DD673A"/>
    <a:srgbClr val="CC5300"/>
    <a:srgbClr val="DA5800"/>
    <a:srgbClr val="E65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5D1DDA-DD1E-4BEC-A5CB-46436537547A}" v="2" dt="2025-06-16T13:56:30.668"/>
  </p1510:revLst>
</p1510:revInfo>
</file>

<file path=ppt/tableStyles.xml><?xml version="1.0" encoding="utf-8"?>
<a:tblStyleLst xmlns:a="http://schemas.openxmlformats.org/drawingml/2006/main" def="{27C33448-EB79-47B7-91D5-C2EFFB564920}">
  <a:tblStyle styleId="{27C33448-EB79-47B7-91D5-C2EFFB564920}" styleName="Belimo">
    <a:tblBg>
      <a:effect>
        <a:effectLst/>
      </a:effect>
    </a:tblBg>
    <a:wholeTbl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3175" cmpd="sng">
              <a:solidFill>
                <a:schemeClr val="dk1"/>
              </a:solidFill>
            </a:ln>
          </a:bottom>
          <a:insideH>
            <a:ln w="3175" cmpd="sng">
              <a:solidFill>
                <a:schemeClr val="dk1"/>
              </a:solidFill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wholeTbl>
    <a:band1H>
      <a:tcTxStyle b="off" i="off">
        <a:fontRef idx="minor"/>
        <a:schemeClr val="tx1"/>
      </a:tcTxStyle>
      <a:tcStyle>
        <a:tcBdr/>
        <a:fill>
          <a:noFill/>
        </a:fill>
      </a:tcStyle>
    </a:band1H>
    <a:band2H>
      <a:tcTxStyle b="off" i="off">
        <a:fontRef idx="minor"/>
        <a:schemeClr val="tx1"/>
      </a:tcTxStyle>
      <a:tcStyle>
        <a:tcBdr/>
        <a:fill>
          <a:noFill/>
        </a:fill>
      </a:tcStyle>
    </a:band2H>
    <a:band1V>
      <a:tcTxStyle b="off" i="off">
        <a:fontRef idx="minor"/>
        <a:schemeClr val="tx1"/>
      </a:tcTxStyle>
      <a:tcStyle>
        <a:tcBdr/>
        <a:fill>
          <a:noFill/>
        </a:fill>
      </a:tcStyle>
    </a:band1V>
    <a:band2V>
      <a:tcTxStyle b="off" i="off">
        <a:fontRef idx="minor"/>
        <a:schemeClr val="tx1"/>
      </a:tcTxStyle>
      <a:tcStyle>
        <a:tcBdr/>
        <a:fill>
          <a:noFill/>
        </a:fill>
      </a:tcStyle>
    </a:band2V>
    <a:lastCol>
      <a:tcTxStyle b="off" i="off">
        <a:fontRef idx="minor"/>
        <a:schemeClr val="tx1"/>
      </a:tcTxStyle>
      <a:tcStyle>
        <a:tcBdr/>
      </a:tcStyle>
    </a:lastCol>
    <a:firstCol>
      <a:tcTxStyle b="off" i="off">
        <a:fontRef idx="minor"/>
        <a:schemeClr val="tx1"/>
      </a:tcTxStyle>
      <a:tcStyle>
        <a:tcBdr/>
      </a:tcStyle>
    </a:firstCol>
    <a:la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lastRow>
    <a:fir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07" autoAdjust="0"/>
    <p:restoredTop sz="94632" autoAdjust="0"/>
  </p:normalViewPr>
  <p:slideViewPr>
    <p:cSldViewPr>
      <p:cViewPr varScale="1">
        <p:scale>
          <a:sx n="106" d="100"/>
          <a:sy n="106" d="100"/>
        </p:scale>
        <p:origin x="7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déen Christina" userId="63c968b0-dd36-48ad-b5a7-a34be83676e8" providerId="ADAL" clId="{585D1DDA-DD1E-4BEC-A5CB-46436537547A}"/>
    <pc:docChg chg="undo custSel delSld modSld">
      <pc:chgData name="Modéen Christina" userId="63c968b0-dd36-48ad-b5a7-a34be83676e8" providerId="ADAL" clId="{585D1DDA-DD1E-4BEC-A5CB-46436537547A}" dt="2025-06-16T13:58:47.042" v="358" actId="20577"/>
      <pc:docMkLst>
        <pc:docMk/>
      </pc:docMkLst>
      <pc:sldChg chg="modSp mod">
        <pc:chgData name="Modéen Christina" userId="63c968b0-dd36-48ad-b5a7-a34be83676e8" providerId="ADAL" clId="{585D1DDA-DD1E-4BEC-A5CB-46436537547A}" dt="2025-06-16T13:57:50.799" v="113" actId="20577"/>
        <pc:sldMkLst>
          <pc:docMk/>
          <pc:sldMk cId="4149949226" sldId="286"/>
        </pc:sldMkLst>
        <pc:spChg chg="mod">
          <ac:chgData name="Modéen Christina" userId="63c968b0-dd36-48ad-b5a7-a34be83676e8" providerId="ADAL" clId="{585D1DDA-DD1E-4BEC-A5CB-46436537547A}" dt="2025-06-16T13:57:50.799" v="113" actId="20577"/>
          <ac:spMkLst>
            <pc:docMk/>
            <pc:sldMk cId="4149949226" sldId="286"/>
            <ac:spMk id="3" creationId="{00000000-0000-0000-0000-000000000000}"/>
          </ac:spMkLst>
        </pc:spChg>
      </pc:sldChg>
      <pc:sldChg chg="addSp delSp modSp mod modNotesTx">
        <pc:chgData name="Modéen Christina" userId="63c968b0-dd36-48ad-b5a7-a34be83676e8" providerId="ADAL" clId="{585D1DDA-DD1E-4BEC-A5CB-46436537547A}" dt="2025-06-16T13:58:47.042" v="358" actId="20577"/>
        <pc:sldMkLst>
          <pc:docMk/>
          <pc:sldMk cId="3226776438" sldId="289"/>
        </pc:sldMkLst>
        <pc:spChg chg="add mod">
          <ac:chgData name="Modéen Christina" userId="63c968b0-dd36-48ad-b5a7-a34be83676e8" providerId="ADAL" clId="{585D1DDA-DD1E-4BEC-A5CB-46436537547A}" dt="2025-06-16T13:56:21.464" v="56"/>
          <ac:spMkLst>
            <pc:docMk/>
            <pc:sldMk cId="3226776438" sldId="289"/>
            <ac:spMk id="2" creationId="{E633CC89-C565-B8DE-1C63-606A912EF72F}"/>
          </ac:spMkLst>
        </pc:spChg>
        <pc:spChg chg="mod">
          <ac:chgData name="Modéen Christina" userId="63c968b0-dd36-48ad-b5a7-a34be83676e8" providerId="ADAL" clId="{585D1DDA-DD1E-4BEC-A5CB-46436537547A}" dt="2025-06-16T13:54:49.007" v="26" actId="20577"/>
          <ac:spMkLst>
            <pc:docMk/>
            <pc:sldMk cId="3226776438" sldId="289"/>
            <ac:spMk id="8" creationId="{70CF5138-4E05-4986-8A4A-7947965FC85B}"/>
          </ac:spMkLst>
        </pc:spChg>
        <pc:spChg chg="del mod">
          <ac:chgData name="Modéen Christina" userId="63c968b0-dd36-48ad-b5a7-a34be83676e8" providerId="ADAL" clId="{585D1DDA-DD1E-4BEC-A5CB-46436537547A}" dt="2025-06-16T13:54:57.113" v="31" actId="478"/>
          <ac:spMkLst>
            <pc:docMk/>
            <pc:sldMk cId="3226776438" sldId="289"/>
            <ac:spMk id="10" creationId="{1CCC95B6-2F82-47E9-878B-DDCF0D583C98}"/>
          </ac:spMkLst>
        </pc:spChg>
        <pc:spChg chg="del">
          <ac:chgData name="Modéen Christina" userId="63c968b0-dd36-48ad-b5a7-a34be83676e8" providerId="ADAL" clId="{585D1DDA-DD1E-4BEC-A5CB-46436537547A}" dt="2025-06-16T13:55:01.233" v="34" actId="478"/>
          <ac:spMkLst>
            <pc:docMk/>
            <pc:sldMk cId="3226776438" sldId="289"/>
            <ac:spMk id="11" creationId="{A85E5E9C-F1E6-4476-8F2F-9F2874452AEA}"/>
          </ac:spMkLst>
        </pc:spChg>
        <pc:spChg chg="del mod">
          <ac:chgData name="Modéen Christina" userId="63c968b0-dd36-48ad-b5a7-a34be83676e8" providerId="ADAL" clId="{585D1DDA-DD1E-4BEC-A5CB-46436537547A}" dt="2025-06-16T13:55:00.078" v="33" actId="478"/>
          <ac:spMkLst>
            <pc:docMk/>
            <pc:sldMk cId="3226776438" sldId="289"/>
            <ac:spMk id="12" creationId="{C172D3CF-81F0-497D-9D8C-9E5B1242BFA1}"/>
          </ac:spMkLst>
        </pc:spChg>
        <pc:spChg chg="del mod">
          <ac:chgData name="Modéen Christina" userId="63c968b0-dd36-48ad-b5a7-a34be83676e8" providerId="ADAL" clId="{585D1DDA-DD1E-4BEC-A5CB-46436537547A}" dt="2025-06-16T13:55:05.034" v="38" actId="478"/>
          <ac:spMkLst>
            <pc:docMk/>
            <pc:sldMk cId="3226776438" sldId="289"/>
            <ac:spMk id="13" creationId="{7199B2A1-984D-4B44-8255-0103A1EDCA2B}"/>
          </ac:spMkLst>
        </pc:spChg>
        <pc:picChg chg="del">
          <ac:chgData name="Modéen Christina" userId="63c968b0-dd36-48ad-b5a7-a34be83676e8" providerId="ADAL" clId="{585D1DDA-DD1E-4BEC-A5CB-46436537547A}" dt="2025-06-16T13:54:51.782" v="27" actId="478"/>
          <ac:picMkLst>
            <pc:docMk/>
            <pc:sldMk cId="3226776438" sldId="289"/>
            <ac:picMk id="14" creationId="{00000000-0000-0000-0000-000000000000}"/>
          </ac:picMkLst>
        </pc:picChg>
      </pc:sldChg>
      <pc:sldChg chg="del">
        <pc:chgData name="Modéen Christina" userId="63c968b0-dd36-48ad-b5a7-a34be83676e8" providerId="ADAL" clId="{585D1DDA-DD1E-4BEC-A5CB-46436537547A}" dt="2025-06-16T13:55:40.813" v="53" actId="47"/>
        <pc:sldMkLst>
          <pc:docMk/>
          <pc:sldMk cId="2178934213" sldId="290"/>
        </pc:sldMkLst>
      </pc:sldChg>
      <pc:sldChg chg="addSp delSp modSp mod">
        <pc:chgData name="Modéen Christina" userId="63c968b0-dd36-48ad-b5a7-a34be83676e8" providerId="ADAL" clId="{585D1DDA-DD1E-4BEC-A5CB-46436537547A}" dt="2025-06-16T13:56:39.573" v="58"/>
        <pc:sldMkLst>
          <pc:docMk/>
          <pc:sldMk cId="1633851377" sldId="292"/>
        </pc:sldMkLst>
        <pc:spChg chg="add mod">
          <ac:chgData name="Modéen Christina" userId="63c968b0-dd36-48ad-b5a7-a34be83676e8" providerId="ADAL" clId="{585D1DDA-DD1E-4BEC-A5CB-46436537547A}" dt="2025-06-16T13:56:39.573" v="58"/>
          <ac:spMkLst>
            <pc:docMk/>
            <pc:sldMk cId="1633851377" sldId="292"/>
            <ac:spMk id="3" creationId="{A5386C7A-A82B-21C8-4196-DB0A4A336750}"/>
          </ac:spMkLst>
        </pc:spChg>
        <pc:spChg chg="mod">
          <ac:chgData name="Modéen Christina" userId="63c968b0-dd36-48ad-b5a7-a34be83676e8" providerId="ADAL" clId="{585D1DDA-DD1E-4BEC-A5CB-46436537547A}" dt="2025-06-16T13:55:16.585" v="46" actId="20577"/>
          <ac:spMkLst>
            <pc:docMk/>
            <pc:sldMk cId="1633851377" sldId="292"/>
            <ac:spMk id="7" creationId="{70CF5138-4E05-4986-8A4A-7947965FC85B}"/>
          </ac:spMkLst>
        </pc:spChg>
        <pc:spChg chg="del">
          <ac:chgData name="Modéen Christina" userId="63c968b0-dd36-48ad-b5a7-a34be83676e8" providerId="ADAL" clId="{585D1DDA-DD1E-4BEC-A5CB-46436537547A}" dt="2025-06-16T13:55:19.405" v="47" actId="478"/>
          <ac:spMkLst>
            <pc:docMk/>
            <pc:sldMk cId="1633851377" sldId="292"/>
            <ac:spMk id="8" creationId="{1CCC95B6-2F82-47E9-878B-DDCF0D583C98}"/>
          </ac:spMkLst>
        </pc:spChg>
        <pc:spChg chg="del">
          <ac:chgData name="Modéen Christina" userId="63c968b0-dd36-48ad-b5a7-a34be83676e8" providerId="ADAL" clId="{585D1DDA-DD1E-4BEC-A5CB-46436537547A}" dt="2025-06-16T13:55:22.216" v="49" actId="478"/>
          <ac:spMkLst>
            <pc:docMk/>
            <pc:sldMk cId="1633851377" sldId="292"/>
            <ac:spMk id="9" creationId="{A85E5E9C-F1E6-4476-8F2F-9F2874452AEA}"/>
          </ac:spMkLst>
        </pc:spChg>
        <pc:spChg chg="del">
          <ac:chgData name="Modéen Christina" userId="63c968b0-dd36-48ad-b5a7-a34be83676e8" providerId="ADAL" clId="{585D1DDA-DD1E-4BEC-A5CB-46436537547A}" dt="2025-06-16T13:55:20.930" v="48" actId="478"/>
          <ac:spMkLst>
            <pc:docMk/>
            <pc:sldMk cId="1633851377" sldId="292"/>
            <ac:spMk id="10" creationId="{C172D3CF-81F0-497D-9D8C-9E5B1242BFA1}"/>
          </ac:spMkLst>
        </pc:spChg>
        <pc:spChg chg="del mod">
          <ac:chgData name="Modéen Christina" userId="63c968b0-dd36-48ad-b5a7-a34be83676e8" providerId="ADAL" clId="{585D1DDA-DD1E-4BEC-A5CB-46436537547A}" dt="2025-06-16T13:55:25.196" v="51" actId="478"/>
          <ac:spMkLst>
            <pc:docMk/>
            <pc:sldMk cId="1633851377" sldId="292"/>
            <ac:spMk id="11" creationId="{7199B2A1-984D-4B44-8255-0103A1EDCA2B}"/>
          </ac:spMkLst>
        </pc:spChg>
        <pc:picChg chg="del">
          <ac:chgData name="Modéen Christina" userId="63c968b0-dd36-48ad-b5a7-a34be83676e8" providerId="ADAL" clId="{585D1DDA-DD1E-4BEC-A5CB-46436537547A}" dt="2025-06-16T13:55:26.270" v="52" actId="478"/>
          <ac:picMkLst>
            <pc:docMk/>
            <pc:sldMk cId="1633851377" sldId="292"/>
            <ac:picMk id="13" creationId="{00000000-0000-0000-0000-000000000000}"/>
          </ac:picMkLst>
        </pc:picChg>
      </pc:sldChg>
      <pc:sldChg chg="del">
        <pc:chgData name="Modéen Christina" userId="63c968b0-dd36-48ad-b5a7-a34be83676e8" providerId="ADAL" clId="{585D1DDA-DD1E-4BEC-A5CB-46436537547A}" dt="2025-06-16T13:55:40.813" v="53" actId="47"/>
        <pc:sldMkLst>
          <pc:docMk/>
          <pc:sldMk cId="2950235502" sldId="294"/>
        </pc:sldMkLst>
      </pc:sldChg>
      <pc:sldChg chg="del">
        <pc:chgData name="Modéen Christina" userId="63c968b0-dd36-48ad-b5a7-a34be83676e8" providerId="ADAL" clId="{585D1DDA-DD1E-4BEC-A5CB-46436537547A}" dt="2025-06-16T13:55:40.813" v="53" actId="47"/>
        <pc:sldMkLst>
          <pc:docMk/>
          <pc:sldMk cId="4047375579" sldId="297"/>
        </pc:sldMkLst>
      </pc:sldChg>
      <pc:sldChg chg="del">
        <pc:chgData name="Modéen Christina" userId="63c968b0-dd36-48ad-b5a7-a34be83676e8" providerId="ADAL" clId="{585D1DDA-DD1E-4BEC-A5CB-46436537547A}" dt="2025-06-16T13:55:40.813" v="53" actId="47"/>
        <pc:sldMkLst>
          <pc:docMk/>
          <pc:sldMk cId="4107315228" sldId="298"/>
        </pc:sldMkLst>
      </pc:sldChg>
      <pc:sldChg chg="del">
        <pc:chgData name="Modéen Christina" userId="63c968b0-dd36-48ad-b5a7-a34be83676e8" providerId="ADAL" clId="{585D1DDA-DD1E-4BEC-A5CB-46436537547A}" dt="2025-06-16T13:55:40.813" v="53" actId="47"/>
        <pc:sldMkLst>
          <pc:docMk/>
          <pc:sldMk cId="1913819737" sldId="300"/>
        </pc:sldMkLst>
      </pc:sldChg>
      <pc:sldChg chg="del">
        <pc:chgData name="Modéen Christina" userId="63c968b0-dd36-48ad-b5a7-a34be83676e8" providerId="ADAL" clId="{585D1DDA-DD1E-4BEC-A5CB-46436537547A}" dt="2025-06-16T13:55:40.813" v="53" actId="47"/>
        <pc:sldMkLst>
          <pc:docMk/>
          <pc:sldMk cId="2262195481" sldId="301"/>
        </pc:sldMkLst>
      </pc:sldChg>
      <pc:sldChg chg="del">
        <pc:chgData name="Modéen Christina" userId="63c968b0-dd36-48ad-b5a7-a34be83676e8" providerId="ADAL" clId="{585D1DDA-DD1E-4BEC-A5CB-46436537547A}" dt="2025-06-16T13:55:40.813" v="53" actId="47"/>
        <pc:sldMkLst>
          <pc:docMk/>
          <pc:sldMk cId="3723382493" sldId="459"/>
        </pc:sldMkLst>
      </pc:sldChg>
      <pc:sldChg chg="del">
        <pc:chgData name="Modéen Christina" userId="63c968b0-dd36-48ad-b5a7-a34be83676e8" providerId="ADAL" clId="{585D1DDA-DD1E-4BEC-A5CB-46436537547A}" dt="2025-06-16T13:55:40.813" v="53" actId="47"/>
        <pc:sldMkLst>
          <pc:docMk/>
          <pc:sldMk cId="3535558058" sldId="493"/>
        </pc:sldMkLst>
      </pc:sldChg>
      <pc:sldChg chg="del">
        <pc:chgData name="Modéen Christina" userId="63c968b0-dd36-48ad-b5a7-a34be83676e8" providerId="ADAL" clId="{585D1DDA-DD1E-4BEC-A5CB-46436537547A}" dt="2025-06-16T13:55:40.813" v="53" actId="47"/>
        <pc:sldMkLst>
          <pc:docMk/>
          <pc:sldMk cId="644635973" sldId="503"/>
        </pc:sldMkLst>
      </pc:sldChg>
      <pc:sldChg chg="del">
        <pc:chgData name="Modéen Christina" userId="63c968b0-dd36-48ad-b5a7-a34be83676e8" providerId="ADAL" clId="{585D1DDA-DD1E-4BEC-A5CB-46436537547A}" dt="2025-06-16T13:55:40.813" v="53" actId="47"/>
        <pc:sldMkLst>
          <pc:docMk/>
          <pc:sldMk cId="2941622233" sldId="50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F1A6D-D9EC-431B-9D37-21901BDC901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6F115-DBCC-407A-A507-B7321B48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19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Gå in på hemsidan och gå igenom våra produkter och hur man hittar. Anpassa efter vad kunden </a:t>
            </a:r>
            <a:r>
              <a:rPr lang="sv-SE"/>
              <a:t>är intresserad av.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921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1.emf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2.emf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FB5114-788F-43C5-8D05-A367A8D013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4418" y="677466"/>
            <a:ext cx="9311517" cy="735310"/>
          </a:xfrm>
        </p:spPr>
        <p:txBody>
          <a:bodyPr/>
          <a:lstStyle>
            <a:lvl1pPr marL="0" indent="0">
              <a:lnSpc>
                <a:spcPts val="2900"/>
              </a:lnSpc>
              <a:buNone/>
              <a:defRPr sz="2700" b="1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Edit Master text styles</a:t>
            </a:r>
            <a:endParaRPr lang="en-GB" dirty="0"/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GB" sz="1000" b="1">
                <a:solidFill>
                  <a:schemeClr val="tx1"/>
                </a:solidFill>
                <a:latin typeface="+mn-lt"/>
              </a:rPr>
              <a:t>Classification</a:t>
            </a:r>
            <a:endParaRPr lang="en-GB" sz="10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GB" sz="1000" b="1">
                <a:solidFill>
                  <a:schemeClr val="tx1"/>
                </a:solidFill>
                <a:latin typeface="+mn-lt"/>
              </a:rPr>
              <a:t>Status</a:t>
            </a:r>
            <a:endParaRPr lang="en-GB" sz="10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6BDE26-663A-4DD0-8702-8BAC89EE122A}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772" y="604486"/>
            <a:ext cx="1080000" cy="42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9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Orange" preserve="1" userDrawn="1">
  <p:cSld name="Title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9FB5114-788F-43C5-8D05-A367A8D013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4418" y="677466"/>
            <a:ext cx="9311517" cy="735310"/>
          </a:xfrm>
        </p:spPr>
        <p:txBody>
          <a:bodyPr/>
          <a:lstStyle>
            <a:lvl1pPr marL="0" indent="0">
              <a:lnSpc>
                <a:spcPts val="2900"/>
              </a:lnSpc>
              <a:buNone/>
              <a:defRPr sz="2700" b="1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styles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5FBF08-CC27-44F7-B5AB-BD3EC148142B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4855" y="604801"/>
            <a:ext cx="1080000" cy="424743"/>
          </a:xfrm>
          <a:prstGeom prst="rect">
            <a:avLst/>
          </a:prstGeom>
        </p:spPr>
      </p:pic>
      <p:sp>
        <p:nvSpPr>
          <p:cNvPr id="9" name="Classification" hidden="1"/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GB" sz="1000" b="1">
                <a:solidFill>
                  <a:schemeClr val="tx1"/>
                </a:solidFill>
                <a:latin typeface="+mn-lt"/>
              </a:rPr>
              <a:t>Classification</a:t>
            </a:r>
            <a:endParaRPr lang="en-GB" sz="10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Status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GB" sz="1000" b="1">
                <a:solidFill>
                  <a:schemeClr val="tx1"/>
                </a:solidFill>
                <a:latin typeface="+mn-lt"/>
              </a:rPr>
              <a:t>Status</a:t>
            </a:r>
            <a:endParaRPr lang="en-GB" sz="1000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2882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Edit Master text styles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2E14A5-8582-48BA-9553-906004AF436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0018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(orange)" type="secHead" preserve="1">
  <p:cSld name="Section Header (oran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Edit Master text styles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77B1FD-CD13-4FC2-951E-92F4FB98B0C7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F428ED-8510-4AD4-A518-3035D91A916F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4855" y="604801"/>
            <a:ext cx="1080000" cy="42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49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20CF55-B30E-43E7-ABCC-044896AEC5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0C117E-D536-4BA0-9BDF-C42FAF356D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7DA99C-4E47-42CC-83EC-6775D4819D6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 hasCustomPrompt="1"/>
          </p:nvPr>
        </p:nvSpPr>
        <p:spPr>
          <a:xfrm>
            <a:off x="624418" y="1893888"/>
            <a:ext cx="10943167" cy="4414838"/>
          </a:xfrm>
        </p:spPr>
        <p:txBody>
          <a:bodyPr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5450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4A6BA1-80B5-411E-BF6B-DF7CF59FE34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6480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00F24B-954C-4CED-8934-B51B6872F28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192011" y="1893889"/>
            <a:ext cx="5375573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35767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ontent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4D5858-5ECE-4940-979D-236D30AD680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24418" y="1893889"/>
            <a:ext cx="5375572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491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textbox" preserve="1" userDrawn="1">
  <p:cSld name="Content and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804FF42-310E-4852-A7D1-148242C08A77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92011" y="1893889"/>
            <a:ext cx="5375573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6035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box and content" preserve="1" userDrawn="1">
  <p:cSld name="Textbox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F74275-22F6-4724-9C58-843FC3F731C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4419" y="1893889"/>
            <a:ext cx="5375572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521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 slide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18DCA2-57BB-41D9-A256-351E757C023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066EEECB-ED56-4BED-B2AD-B3DF2F978782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624418" y="1893889"/>
            <a:ext cx="10943167" cy="4414837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media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3565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4417" y="1893888"/>
            <a:ext cx="3484939" cy="4414838"/>
          </a:xfrm>
        </p:spPr>
        <p:txBody>
          <a:bodyPr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53529" y="1893888"/>
            <a:ext cx="3484939" cy="4414838"/>
          </a:xfrm>
        </p:spPr>
        <p:txBody>
          <a:bodyPr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7693E5-C6F3-431A-A98D-962DCD1DF27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B338744-10F7-4E61-89AE-83CE07B1642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82643" y="1893888"/>
            <a:ext cx="3484939" cy="4414838"/>
          </a:xfrm>
        </p:spPr>
        <p:txBody>
          <a:bodyPr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9309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images" preserve="1" userDrawn="1">
  <p:cSld name="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560B-34E8-448A-A4AF-C371659B6FF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7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53529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82643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9964" y="4221090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47181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01C9B41-2A4F-4B2B-A709-FDF9A7CC0D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418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/>
            </a:lvl1pPr>
          </a:lstStyle>
          <a:p>
            <a:pPr lvl="0"/>
            <a:r>
              <a:rPr lang="en-GB"/>
              <a:t>Edit Master text styles</a:t>
            </a:r>
          </a:p>
          <a:p>
            <a:pPr lvl="0"/>
            <a:endParaRPr lang="en-GB" dirty="0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C56FB70D-BD8D-49BC-A687-8975E162E4E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5816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GB"/>
              <a:t>Edit Master text styles</a:t>
            </a:r>
            <a:endParaRPr lang="en-GB" dirty="0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28E011EC-10F8-436E-9DDA-61E1F19DE9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53530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GB"/>
              <a:t>Edit Master text styles</a:t>
            </a:r>
            <a:endParaRPr lang="en-GB" dirty="0"/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1E5099FC-074B-460C-9AE2-A19CEFD58BA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6269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GB"/>
              <a:t>Edit Master text styles</a:t>
            </a:r>
            <a:endParaRPr lang="en-GB" dirty="0"/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66CD4C66-5A67-43A7-9B9B-E21BB2496BF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53984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GB"/>
              <a:t>Edit Master text styles</a:t>
            </a:r>
            <a:endParaRPr lang="en-GB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82642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F2A20350-CF85-46CC-94E5-07F9CAB81C0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418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GB"/>
              <a:t>Edit Master text styles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4402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elve images" preserve="1" userDrawn="1">
  <p:cSld name="Twelv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C0CE94-20F7-4173-B74A-B1642AA0E3A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8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18922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13426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418922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3426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4418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F94FD18F-3EA2-4DED-AC79-5C4CD2118BA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07931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8D9FB38E-67FF-4522-9A37-1FE3A7DEBC4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007931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96ACC5FC-7C2D-4C86-A768-39A77AA87F0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418922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A34A9644-50FF-4C9E-8DEB-3ED52EBC94C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13426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735D12FE-C97E-4EAC-A09F-C4B92C908A3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4418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3B699549-9F8E-4FE8-8E7F-E8E4275D73C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007931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12896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and text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D0F761-54BB-40A0-93AA-3E475DA631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" y="3429001"/>
            <a:ext cx="2880000" cy="2879725"/>
          </a:xfrm>
          <a:solidFill>
            <a:schemeClr val="bg2"/>
          </a:solidFill>
        </p:spPr>
        <p:txBody>
          <a:bodyPr lIns="288000" tIns="180000" rIns="216000" bIns="216000"/>
          <a:lstStyle>
            <a:lvl1pPr marL="0" indent="0">
              <a:lnSpc>
                <a:spcPts val="2900"/>
              </a:lnSpc>
              <a:spcBef>
                <a:spcPts val="0"/>
              </a:spcBef>
              <a:buNone/>
              <a:defRPr sz="2500" b="1" spc="-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5050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only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5399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766986-177A-435B-986D-6B3AD2EC326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6572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9274F-7E3D-416A-949B-2EB6E207D3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981EF-CC4D-4625-9F0B-54F2B2E98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D6CAA4-74B2-45AD-B762-8D64A2B86D0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63793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titleOnly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2893C2F-136A-4D62-912B-0B052C0260A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40643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" type="blank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107A5F-B00B-4DE8-84B0-0DDBC1A982CD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584" y="2093996"/>
            <a:ext cx="5400000" cy="212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5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18" y="1893888"/>
            <a:ext cx="10943167" cy="44148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418" y="6502230"/>
            <a:ext cx="7127765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en-GB"/>
              <a:t>Anlass, Datum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76520" y="6502230"/>
            <a:ext cx="791064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fld id="{022A189A-8F0C-4E76-AA6A-127C941EEA2B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6BDE26-663A-4DD0-8702-8BAC89EE122A}"/>
              </a:ext>
            </a:extLst>
          </p:cNvPr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772" y="604486"/>
            <a:ext cx="1080000" cy="424744"/>
          </a:xfrm>
          <a:prstGeom prst="rect">
            <a:avLst/>
          </a:prstGeom>
        </p:spPr>
      </p:pic>
      <p:sp>
        <p:nvSpPr>
          <p:cNvPr id="8" name="Classification" hidden="1"/>
          <p:cNvSpPr txBox="1">
            <a:spLocks/>
          </p:cNvSpPr>
          <p:nvPr userDrawn="1">
            <p:custDataLst>
              <p:tags r:id="rId23"/>
            </p:custDataLst>
          </p:nvPr>
        </p:nvSpPr>
        <p:spPr>
          <a:xfrm>
            <a:off x="7968208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GB" sz="1000" b="1">
                <a:solidFill>
                  <a:schemeClr val="tx1"/>
                </a:solidFill>
                <a:latin typeface="+mn-lt"/>
              </a:rPr>
              <a:t>Classification</a:t>
            </a:r>
            <a:endParaRPr lang="en-GB" sz="10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Status" hidden="1"/>
          <p:cNvSpPr txBox="1">
            <a:spLocks/>
          </p:cNvSpPr>
          <p:nvPr userDrawn="1">
            <p:custDataLst>
              <p:tags r:id="rId24"/>
            </p:custDataLst>
          </p:nvPr>
        </p:nvSpPr>
        <p:spPr>
          <a:xfrm>
            <a:off x="9579323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GB" sz="1000" b="1">
                <a:solidFill>
                  <a:schemeClr val="tx1"/>
                </a:solidFill>
                <a:latin typeface="+mn-lt"/>
              </a:rPr>
              <a:t>Status</a:t>
            </a:r>
            <a:endParaRPr lang="en-GB" sz="10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Textbox" hidden="1"/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624418" y="6031726"/>
            <a:ext cx="10943167" cy="27699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>
              <a:buSzPct val="100000"/>
              <a:buFont typeface="Arial" panose="020B0604020202020204" pitchFamily="34" charset="0"/>
              <a:buNone/>
            </a:pPr>
            <a:r>
              <a:rPr lang="en-GB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438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1" r:id="rId2"/>
    <p:sldLayoutId id="2147483681" r:id="rId3"/>
    <p:sldLayoutId id="2147483682" r:id="rId4"/>
    <p:sldLayoutId id="2147483662" r:id="rId5"/>
    <p:sldLayoutId id="2147483664" r:id="rId6"/>
    <p:sldLayoutId id="2147483678" r:id="rId7"/>
    <p:sldLayoutId id="2147483679" r:id="rId8"/>
    <p:sldLayoutId id="2147483675" r:id="rId9"/>
    <p:sldLayoutId id="2147483676" r:id="rId10"/>
    <p:sldLayoutId id="2147483677" r:id="rId11"/>
    <p:sldLayoutId id="2147483668" r:id="rId12"/>
    <p:sldLayoutId id="2147483669" r:id="rId13"/>
    <p:sldLayoutId id="2147483670" r:id="rId14"/>
    <p:sldLayoutId id="2147483673" r:id="rId15"/>
    <p:sldLayoutId id="2147483672" r:id="rId16"/>
    <p:sldLayoutId id="2147483666" r:id="rId17"/>
    <p:sldLayoutId id="2147483667" r:id="rId18"/>
    <p:sldLayoutId id="2147483680" r:id="rId19"/>
    <p:sldLayoutId id="2147483674" r:id="rId20"/>
  </p:sldLayoutIdLst>
  <p:hf hdr="0" ftr="0" dt="0"/>
  <p:txStyles>
    <p:titleStyle>
      <a:lvl1pPr algn="l" defTabSz="914400" rtl="0" eaLnBrk="1" latinLnBrk="0" hangingPunct="1">
        <a:lnSpc>
          <a:spcPts val="2900"/>
        </a:lnSpc>
        <a:spcBef>
          <a:spcPct val="0"/>
        </a:spcBef>
        <a:buNone/>
        <a:defRPr sz="27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8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70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1170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140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3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orient="horz" pos="609" userDrawn="1">
          <p15:clr>
            <a:srgbClr val="F26B43"/>
          </p15:clr>
        </p15:guide>
        <p15:guide id="3" orient="horz" pos="1191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4193" userDrawn="1">
          <p15:clr>
            <a:srgbClr val="F26B43"/>
          </p15:clr>
        </p15:guide>
        <p15:guide id="6" pos="728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Relationship Id="rId4" Type="http://schemas.openxmlformats.org/officeDocument/2006/relationships/hyperlink" Target="https://www.belimo.com/se/sv_SE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elimo.com/se/shop/sv_SE/login" TargetMode="Externa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62DAC9E-4492-4E1F-9C49-EEE5E9C5C53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53" t="37792" r="21504" b="18670"/>
          <a:stretch/>
        </p:blipFill>
        <p:spPr>
          <a:xfrm>
            <a:off x="0" y="-27384"/>
            <a:ext cx="12192000" cy="6885384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rgbClr val="FFFFFF"/>
                </a:solidFill>
              </a:rPr>
              <a:t>WEB 1</a:t>
            </a:r>
          </a:p>
          <a:p>
            <a:r>
              <a:rPr lang="en-GB" dirty="0" err="1">
                <a:solidFill>
                  <a:srgbClr val="FFFFFF"/>
                </a:solidFill>
              </a:rPr>
              <a:t>Översikt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över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webbplatsen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och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webbutiken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Nivå</a:t>
            </a:r>
            <a:r>
              <a:rPr lang="en-GB" dirty="0">
                <a:solidFill>
                  <a:srgbClr val="FFFFFF"/>
                </a:solidFill>
              </a:rPr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4149949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70CF5138-4E05-4986-8A4A-7947965FC85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4418" y="677466"/>
            <a:ext cx="9311517" cy="735310"/>
          </a:xfrm>
        </p:spPr>
        <p:txBody>
          <a:bodyPr/>
          <a:lstStyle/>
          <a:p>
            <a:r>
              <a:rPr lang="en-GB" dirty="0" err="1"/>
              <a:t>Belimos</a:t>
            </a:r>
            <a:r>
              <a:rPr lang="en-GB" dirty="0"/>
              <a:t> </a:t>
            </a:r>
            <a:r>
              <a:rPr lang="en-GB" dirty="0" err="1"/>
              <a:t>hemsida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21576A-BAA5-4829-8A5F-C9F5DCB0801E}" type="slidenum">
              <a:rPr lang="en-GB" smtClean="0"/>
              <a:t>2</a:t>
            </a:fld>
            <a:endParaRPr lang="en-GB" dirty="0"/>
          </a:p>
        </p:txBody>
      </p:sp>
      <p:sp>
        <p:nvSpPr>
          <p:cNvPr id="2" name="textruta 1">
            <a:extLst>
              <a:ext uri="{FF2B5EF4-FFF2-40B4-BE49-F238E27FC236}">
                <a16:creationId xmlns:a16="http://schemas.microsoft.com/office/drawing/2014/main" id="{E633CC89-C565-B8DE-1C63-606A912EF72F}"/>
              </a:ext>
            </a:extLst>
          </p:cNvPr>
          <p:cNvSpPr txBox="1"/>
          <p:nvPr/>
        </p:nvSpPr>
        <p:spPr>
          <a:xfrm>
            <a:off x="479376" y="1916832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>
                <a:hlinkClick r:id="rId4"/>
              </a:rPr>
              <a:t>Hem | Belimo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226776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70CF5138-4E05-4986-8A4A-7947965FC85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4418" y="677466"/>
            <a:ext cx="9311517" cy="735310"/>
          </a:xfrm>
        </p:spPr>
        <p:txBody>
          <a:bodyPr/>
          <a:lstStyle/>
          <a:p>
            <a:r>
              <a:rPr lang="en-GB" dirty="0" err="1"/>
              <a:t>Webbutik</a:t>
            </a:r>
            <a:endParaRPr lang="en-GB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F9B14-039F-401E-B21F-44E987CD238E}" type="slidenum">
              <a:rPr lang="en-GB" smtClean="0"/>
              <a:t>3</a:t>
            </a:fld>
            <a:endParaRPr lang="en-GB" dirty="0"/>
          </a:p>
        </p:txBody>
      </p:sp>
      <p:sp>
        <p:nvSpPr>
          <p:cNvPr id="3" name="textruta 2">
            <a:extLst>
              <a:ext uri="{FF2B5EF4-FFF2-40B4-BE49-F238E27FC236}">
                <a16:creationId xmlns:a16="http://schemas.microsoft.com/office/drawing/2014/main" id="{A5386C7A-A82B-21C8-4196-DB0A4A336750}"/>
              </a:ext>
            </a:extLst>
          </p:cNvPr>
          <p:cNvSpPr txBox="1"/>
          <p:nvPr/>
        </p:nvSpPr>
        <p:spPr>
          <a:xfrm>
            <a:off x="983432" y="2348880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>
                <a:hlinkClick r:id="rId3"/>
              </a:rPr>
              <a:t>Belimo Sweden </a:t>
            </a:r>
            <a:r>
              <a:rPr lang="sv-SE" dirty="0" err="1">
                <a:hlinkClick r:id="rId3"/>
              </a:rPr>
              <a:t>Official</a:t>
            </a:r>
            <a:r>
              <a:rPr lang="sv-SE" dirty="0">
                <a:hlinkClick r:id="rId3"/>
              </a:rPr>
              <a:t> Site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33851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65226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NFO" val="BEL1001"/>
  <p:tag name="LANGUAGEID" val="205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extbox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PARAGRAPHS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PARAGRAPHS" val="0"/>
</p:tagLst>
</file>

<file path=ppt/theme/theme1.xml><?xml version="1.0" encoding="utf-8"?>
<a:theme xmlns:a="http://schemas.openxmlformats.org/drawingml/2006/main" name="Office Theme">
  <a:themeElements>
    <a:clrScheme name="Custom 4">
      <a:dk1>
        <a:sysClr val="windowText" lastClr="000000"/>
      </a:dk1>
      <a:lt1>
        <a:sysClr val="window" lastClr="FFFFFF"/>
      </a:lt1>
      <a:dk2>
        <a:srgbClr val="C4C4C4"/>
      </a:dk2>
      <a:lt2>
        <a:srgbClr val="FF6600"/>
      </a:lt2>
      <a:accent1>
        <a:srgbClr val="787878"/>
      </a:accent1>
      <a:accent2>
        <a:srgbClr val="C4C4C4"/>
      </a:accent2>
      <a:accent3>
        <a:srgbClr val="437FA3"/>
      </a:accent3>
      <a:accent4>
        <a:srgbClr val="BBDEF0"/>
      </a:accent4>
      <a:accent5>
        <a:srgbClr val="6B2A5E"/>
      </a:accent5>
      <a:accent6>
        <a:srgbClr val="B063A0"/>
      </a:accent6>
      <a:hlink>
        <a:srgbClr val="437FA3"/>
      </a:hlink>
      <a:folHlink>
        <a:srgbClr val="437F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Belimo_169.potx [Schreibgeschützt]" id="{E564A971-4925-448A-AD2F-8E07622C9D0B}" vid="{D78379B2-6550-4C85-8B2E-475F976F2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DE80B2AA239B8498F8C40C2DC4633EE" ma:contentTypeVersion="11" ma:contentTypeDescription="Ein neues Dokument erstellen." ma:contentTypeScope="" ma:versionID="66410baba4bbf9eee3648f6c3f73b67c">
  <xsd:schema xmlns:xsd="http://www.w3.org/2001/XMLSchema" xmlns:xs="http://www.w3.org/2001/XMLSchema" xmlns:p="http://schemas.microsoft.com/office/2006/metadata/properties" xmlns:ns2="f96aa2d0-cd7f-4655-84c2-9d0c20ea0d26" xmlns:ns3="49600842-2569-4614-9b46-18c9378b41bb" targetNamespace="http://schemas.microsoft.com/office/2006/metadata/properties" ma:root="true" ma:fieldsID="6232b6cf3742cb180e123c7197e00986" ns2:_="" ns3:_="">
    <xsd:import namespace="f96aa2d0-cd7f-4655-84c2-9d0c20ea0d26"/>
    <xsd:import namespace="49600842-2569-4614-9b46-18c9378b4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6aa2d0-cd7f-4655-84c2-9d0c20ea0d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6eef0083-667e-4374-ac25-8a5cf9d057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600842-2569-4614-9b46-18c9378b41b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4c79c40-6216-4d94-9ee9-c884dd6a0a4f}" ma:internalName="TaxCatchAll" ma:showField="CatchAllData" ma:web="49600842-2569-4614-9b46-18c9378b4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600842-2569-4614-9b46-18c9378b41bb" xsi:nil="true"/>
    <lcf76f155ced4ddcb4097134ff3c332f xmlns="f96aa2d0-cd7f-4655-84c2-9d0c20ea0d2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DFD20EF-9E51-4510-9F95-39DFE5A867AE}"/>
</file>

<file path=customXml/itemProps2.xml><?xml version="1.0" encoding="utf-8"?>
<ds:datastoreItem xmlns:ds="http://schemas.openxmlformats.org/officeDocument/2006/customXml" ds:itemID="{1E56FDAE-F450-426F-85FD-23EE7CE08565}"/>
</file>

<file path=customXml/itemProps3.xml><?xml version="1.0" encoding="utf-8"?>
<ds:datastoreItem xmlns:ds="http://schemas.openxmlformats.org/officeDocument/2006/customXml" ds:itemID="{C3282DB2-27EF-48AC-ABB9-D248AAB3FAB1}"/>
</file>

<file path=docMetadata/LabelInfo.xml><?xml version="1.0" encoding="utf-8"?>
<clbl:labelList xmlns:clbl="http://schemas.microsoft.com/office/2020/mipLabelMetadata">
  <clbl:label id="{35268511-52de-428f-bc29-d3325c69c449}" enabled="0" method="" siteId="{35268511-52de-428f-bc29-d3325c69c44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400</TotalTime>
  <Words>44</Words>
  <Application>Microsoft Office PowerPoint</Application>
  <PresentationFormat>Bredbild</PresentationFormat>
  <Paragraphs>10</Paragraphs>
  <Slides>4</Slides>
  <Notes>1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Office Theme</vt:lpstr>
      <vt:lpstr>PowerPoint-presentation</vt:lpstr>
      <vt:lpstr>Belimos hemsida</vt:lpstr>
      <vt:lpstr>Webbutik</vt:lpstr>
      <vt:lpstr>PowerPoint-presentation</vt:lpstr>
    </vt:vector>
  </TitlesOfParts>
  <Company>BELIMO Automation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Albin Ursin</dc:creator>
  <cp:lastModifiedBy>Modéen Christina</cp:lastModifiedBy>
  <cp:revision>836</cp:revision>
  <cp:lastPrinted>2019-06-14T06:56:54Z</cp:lastPrinted>
  <dcterms:created xsi:type="dcterms:W3CDTF">2018-09-03T06:13:36Z</dcterms:created>
  <dcterms:modified xsi:type="dcterms:W3CDTF">2025-06-16T13:58:48Z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0x0101002DE80B2AA239B8498F8C40C2DC4633EE</vt:lpwstr>
  </property>
  <property fmtid="{D5CDD505-2E9C-101B-9397-08002B2CF9AE}" pid="3" name="Order">
    <vt:r8>14000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