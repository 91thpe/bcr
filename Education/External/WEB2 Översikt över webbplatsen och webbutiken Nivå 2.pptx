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6" r:id="rId2"/>
    <p:sldId id="289" r:id="rId3"/>
    <p:sldId id="260" r:id="rId4"/>
  </p:sldIdLst>
  <p:sldSz cx="12192000" cy="6858000"/>
  <p:notesSz cx="6797675" cy="9926638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FA3"/>
    <a:srgbClr val="EEEFF1"/>
    <a:srgbClr val="EF7D00"/>
    <a:srgbClr val="FFFFFF"/>
    <a:srgbClr val="FF6600"/>
    <a:srgbClr val="000000"/>
    <a:srgbClr val="DD673A"/>
    <a:srgbClr val="CC5300"/>
    <a:srgbClr val="DA5800"/>
    <a:srgbClr val="E65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D1DDA-DD1E-4BEC-A5CB-46436537547A}" v="2" dt="2025-06-16T13:56:30.668"/>
    <p1510:client id="{F1453FDA-F28F-448E-B57F-C9BBABCB1307}" v="1" dt="2025-06-17T13:36:38.073"/>
  </p1510:revLst>
</p1510:revInfo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7" autoAdjust="0"/>
    <p:restoredTop sz="94632" autoAdjust="0"/>
  </p:normalViewPr>
  <p:slideViewPr>
    <p:cSldViewPr>
      <p:cViewPr varScale="1">
        <p:scale>
          <a:sx n="106" d="100"/>
          <a:sy n="106" d="100"/>
        </p:scale>
        <p:origin x="7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5" Type="http://schemas.openxmlformats.org/officeDocument/2006/relationships/customXml" Target="../customXml/item3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éen Christina" userId="63c968b0-dd36-48ad-b5a7-a34be83676e8" providerId="ADAL" clId="{F1453FDA-F28F-448E-B57F-C9BBABCB1307}"/>
    <pc:docChg chg="custSel delSld modSld">
      <pc:chgData name="Modéen Christina" userId="63c968b0-dd36-48ad-b5a7-a34be83676e8" providerId="ADAL" clId="{F1453FDA-F28F-448E-B57F-C9BBABCB1307}" dt="2025-06-17T13:39:33.917" v="97" actId="47"/>
      <pc:docMkLst>
        <pc:docMk/>
      </pc:docMkLst>
      <pc:sldChg chg="modSp mod">
        <pc:chgData name="Modéen Christina" userId="63c968b0-dd36-48ad-b5a7-a34be83676e8" providerId="ADAL" clId="{F1453FDA-F28F-448E-B57F-C9BBABCB1307}" dt="2025-06-17T12:04:38.133" v="3" actId="20577"/>
        <pc:sldMkLst>
          <pc:docMk/>
          <pc:sldMk cId="4149949226" sldId="286"/>
        </pc:sldMkLst>
        <pc:spChg chg="mod">
          <ac:chgData name="Modéen Christina" userId="63c968b0-dd36-48ad-b5a7-a34be83676e8" providerId="ADAL" clId="{F1453FDA-F28F-448E-B57F-C9BBABCB1307}" dt="2025-06-17T12:04:38.133" v="3" actId="20577"/>
          <ac:spMkLst>
            <pc:docMk/>
            <pc:sldMk cId="4149949226" sldId="286"/>
            <ac:spMk id="3" creationId="{00000000-0000-0000-0000-000000000000}"/>
          </ac:spMkLst>
        </pc:spChg>
      </pc:sldChg>
      <pc:sldChg chg="addSp delSp modSp mod">
        <pc:chgData name="Modéen Christina" userId="63c968b0-dd36-48ad-b5a7-a34be83676e8" providerId="ADAL" clId="{F1453FDA-F28F-448E-B57F-C9BBABCB1307}" dt="2025-06-17T13:39:23.970" v="96" actId="20577"/>
        <pc:sldMkLst>
          <pc:docMk/>
          <pc:sldMk cId="3226776438" sldId="289"/>
        </pc:sldMkLst>
        <pc:spChg chg="del mod">
          <ac:chgData name="Modéen Christina" userId="63c968b0-dd36-48ad-b5a7-a34be83676e8" providerId="ADAL" clId="{F1453FDA-F28F-448E-B57F-C9BBABCB1307}" dt="2025-06-17T13:36:23.149" v="6" actId="478"/>
          <ac:spMkLst>
            <pc:docMk/>
            <pc:sldMk cId="3226776438" sldId="289"/>
            <ac:spMk id="2" creationId="{E633CC89-C565-B8DE-1C63-606A912EF72F}"/>
          </ac:spMkLst>
        </pc:spChg>
        <pc:spChg chg="add mod">
          <ac:chgData name="Modéen Christina" userId="63c968b0-dd36-48ad-b5a7-a34be83676e8" providerId="ADAL" clId="{F1453FDA-F28F-448E-B57F-C9BBABCB1307}" dt="2025-06-17T13:39:23.970" v="96" actId="20577"/>
          <ac:spMkLst>
            <pc:docMk/>
            <pc:sldMk cId="3226776438" sldId="289"/>
            <ac:spMk id="4" creationId="{2EAB8E1B-EE87-9A80-4236-E4C91004510F}"/>
          </ac:spMkLst>
        </pc:spChg>
      </pc:sldChg>
      <pc:sldChg chg="del">
        <pc:chgData name="Modéen Christina" userId="63c968b0-dd36-48ad-b5a7-a34be83676e8" providerId="ADAL" clId="{F1453FDA-F28F-448E-B57F-C9BBABCB1307}" dt="2025-06-17T13:39:33.917" v="97" actId="47"/>
        <pc:sldMkLst>
          <pc:docMk/>
          <pc:sldMk cId="1633851377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in på hemsidan och gå igenom våra produkter och hur man hittar. Anpassa efter vad kunden </a:t>
            </a:r>
            <a:r>
              <a:rPr lang="sv-SE"/>
              <a:t>är intresserad av.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21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Classification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Status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FBF08-CC27-44F7-B5AB-BD3EC148142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  <p:sp>
        <p:nvSpPr>
          <p:cNvPr id="9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Classification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Status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2E14A5-8582-48BA-9553-906004AF436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77B1FD-CD13-4FC2-951E-92F4FB98B0C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428ED-8510-4AD4-A518-3035D91A916F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DA99C-4E47-42CC-83EC-6775D4819D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4A6BA1-80B5-411E-BF6B-DF7CF59FE34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00F24B-954C-4CED-8934-B51B6872F28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4D5858-5ECE-4940-979D-236D30AD680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04FF42-310E-4852-A7D1-148242C08A7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F74275-22F6-4724-9C58-843FC3F731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18DCA2-57BB-41D9-A256-351E757C023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media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7693E5-C6F3-431A-A98D-962DCD1DF27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560B-34E8-448A-A4AF-C371659B6FF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GB"/>
              <a:t>Edit Master text styles</a:t>
            </a:r>
          </a:p>
          <a:p>
            <a:pPr lvl="0"/>
            <a:endParaRPr lang="en-GB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C0CE94-20F7-4173-B74A-B1642AA0E3A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66986-177A-435B-986D-6B3AD2EC326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D6CAA4-74B2-45AD-B762-8D64A2B86D0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893C2F-136A-4D62-912B-0B052C0260A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07A5F-B00B-4DE8-84B0-0DDBC1A982C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584" y="2093996"/>
            <a:ext cx="5400000" cy="212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022A189A-8F0C-4E76-AA6A-127C941EEA2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  <p:sp>
        <p:nvSpPr>
          <p:cNvPr id="8" name="Classification" hidden="1"/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chemeClr val="tx1"/>
                </a:solidFill>
                <a:latin typeface="+mn-lt"/>
              </a:rPr>
              <a:t>Classification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chemeClr val="tx1"/>
                </a:solidFill>
                <a:latin typeface="+mn-lt"/>
              </a:rPr>
              <a:t>Status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GB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1" r:id="rId3"/>
    <p:sldLayoutId id="2147483682" r:id="rId4"/>
    <p:sldLayoutId id="2147483662" r:id="rId5"/>
    <p:sldLayoutId id="2147483664" r:id="rId6"/>
    <p:sldLayoutId id="2147483678" r:id="rId7"/>
    <p:sldLayoutId id="2147483679" r:id="rId8"/>
    <p:sldLayoutId id="2147483675" r:id="rId9"/>
    <p:sldLayoutId id="2147483676" r:id="rId10"/>
    <p:sldLayoutId id="2147483677" r:id="rId11"/>
    <p:sldLayoutId id="2147483668" r:id="rId12"/>
    <p:sldLayoutId id="2147483669" r:id="rId13"/>
    <p:sldLayoutId id="2147483670" r:id="rId14"/>
    <p:sldLayoutId id="2147483673" r:id="rId15"/>
    <p:sldLayoutId id="2147483672" r:id="rId16"/>
    <p:sldLayoutId id="2147483666" r:id="rId17"/>
    <p:sldLayoutId id="2147483667" r:id="rId18"/>
    <p:sldLayoutId id="2147483680" r:id="rId19"/>
    <p:sldLayoutId id="2147483674" r:id="rId20"/>
  </p:sldLayoutIdLst>
  <p:hf hdr="0" ft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6" Type="http://schemas.openxmlformats.org/officeDocument/2006/relationships/hyperlink" Target="https://www.belimo.com/se/shop/sv_SE/downloadcenter/search?q=%3Arelevance%3Alanguagelevel0%3Asv-se&amp;exact=false&amp;tabs=false" TargetMode="External"/><Relationship Id="rId5" Type="http://schemas.openxmlformats.org/officeDocument/2006/relationships/hyperlink" Target="https://www.belimo.com/se/shop/sv_SE/sizing-and-selection#/msdynttrid/" TargetMode="External"/><Relationship Id="rId4" Type="http://schemas.openxmlformats.org/officeDocument/2006/relationships/hyperlink" Target="https://www.belimo.com/se/sv_SE/products/retrofit-app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62DAC9E-4492-4E1F-9C49-EEE5E9C5C53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3" t="37792" r="21504" b="18670"/>
          <a:stretch/>
        </p:blipFill>
        <p:spPr>
          <a:xfrm>
            <a:off x="0" y="-27384"/>
            <a:ext cx="12192000" cy="6885384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FFFFFF"/>
                </a:solidFill>
              </a:rPr>
              <a:t>WEB 2</a:t>
            </a:r>
          </a:p>
          <a:p>
            <a:r>
              <a:rPr lang="en-GB" dirty="0" err="1">
                <a:solidFill>
                  <a:srgbClr val="FFFFFF"/>
                </a:solidFill>
              </a:rPr>
              <a:t>Översikt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över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webbplatsen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och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webbutiken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Nivå</a:t>
            </a:r>
            <a:r>
              <a:rPr lang="en-GB" dirty="0">
                <a:solidFill>
                  <a:srgbClr val="FFFFFF"/>
                </a:solidFill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414994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GB" dirty="0" err="1"/>
              <a:t>Belimos</a:t>
            </a:r>
            <a:r>
              <a:rPr lang="en-GB" dirty="0"/>
              <a:t> </a:t>
            </a:r>
            <a:r>
              <a:rPr lang="en-GB" dirty="0" err="1"/>
              <a:t>hemsida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21576A-BAA5-4829-8A5F-C9F5DCB0801E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2EAB8E1B-EE87-9A80-4236-E4C91004510F}"/>
              </a:ext>
            </a:extLst>
          </p:cNvPr>
          <p:cNvSpPr txBox="1"/>
          <p:nvPr/>
        </p:nvSpPr>
        <p:spPr>
          <a:xfrm>
            <a:off x="695400" y="1988840"/>
            <a:ext cx="38884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Retrofit</a:t>
            </a:r>
            <a:r>
              <a:rPr lang="sv-SE" dirty="0"/>
              <a:t> </a:t>
            </a:r>
            <a:r>
              <a:rPr lang="sv-SE" dirty="0" err="1">
                <a:hlinkClick r:id="rId4"/>
              </a:rPr>
              <a:t>RetroFIT</a:t>
            </a:r>
            <a:r>
              <a:rPr lang="sv-SE" dirty="0">
                <a:hlinkClick r:id="rId4"/>
              </a:rPr>
              <a:t>+ Utbytesguide | Belimo</a:t>
            </a:r>
            <a:endParaRPr lang="sv-SE" dirty="0"/>
          </a:p>
          <a:p>
            <a:endParaRPr lang="sv-SE" dirty="0"/>
          </a:p>
          <a:p>
            <a:r>
              <a:rPr lang="sv-SE" dirty="0"/>
              <a:t>Dimensionera ventiler </a:t>
            </a:r>
            <a:r>
              <a:rPr lang="sv-SE" dirty="0">
                <a:hlinkClick r:id="rId5"/>
              </a:rPr>
              <a:t>Dimensionering och val av ventil | Belimo Sweden </a:t>
            </a:r>
            <a:r>
              <a:rPr lang="sv-SE" dirty="0" err="1">
                <a:hlinkClick r:id="rId5"/>
              </a:rPr>
              <a:t>Official</a:t>
            </a:r>
            <a:r>
              <a:rPr lang="sv-SE" dirty="0">
                <a:hlinkClick r:id="rId5"/>
              </a:rPr>
              <a:t> Site</a:t>
            </a:r>
            <a:endParaRPr lang="sv-SE" dirty="0"/>
          </a:p>
          <a:p>
            <a:endParaRPr lang="sv-SE" dirty="0"/>
          </a:p>
          <a:p>
            <a:r>
              <a:rPr lang="sv-SE" dirty="0" err="1"/>
              <a:t>Download</a:t>
            </a:r>
            <a:r>
              <a:rPr lang="sv-SE" dirty="0"/>
              <a:t> center  </a:t>
            </a:r>
            <a:r>
              <a:rPr lang="sv-SE" dirty="0">
                <a:hlinkClick r:id="rId6"/>
              </a:rPr>
              <a:t>Belimo Sweden </a:t>
            </a:r>
            <a:r>
              <a:rPr lang="sv-SE" dirty="0" err="1">
                <a:hlinkClick r:id="rId6"/>
              </a:rPr>
              <a:t>Official</a:t>
            </a:r>
            <a:r>
              <a:rPr lang="sv-SE" dirty="0">
                <a:hlinkClick r:id="rId6"/>
              </a:rPr>
              <a:t> Site</a:t>
            </a:r>
            <a:endParaRPr lang="sv-SE" dirty="0"/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2677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5226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1"/>
  <p:tag name="LANGUAGEID" val="20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437FA3"/>
      </a:hlink>
      <a:folHlink>
        <a:srgbClr val="437F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 [Schreibgeschützt]" id="{E564A971-4925-448A-AD2F-8E07622C9D0B}" vid="{D78379B2-6550-4C85-8B2E-475F976F2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271D84-61B1-4BCC-A497-CE5FCF0E8402}"/>
</file>

<file path=customXml/itemProps2.xml><?xml version="1.0" encoding="utf-8"?>
<ds:datastoreItem xmlns:ds="http://schemas.openxmlformats.org/officeDocument/2006/customXml" ds:itemID="{0EC02EBB-503F-491E-83C9-39A04DD50145}"/>
</file>

<file path=customXml/itemProps3.xml><?xml version="1.0" encoding="utf-8"?>
<ds:datastoreItem xmlns:ds="http://schemas.openxmlformats.org/officeDocument/2006/customXml" ds:itemID="{DB251BE7-40C8-4CC1-B631-8175205FFEC5}"/>
</file>

<file path=docMetadata/LabelInfo.xml><?xml version="1.0" encoding="utf-8"?>
<clbl:labelList xmlns:clbl="http://schemas.microsoft.com/office/2020/mipLabelMetadata">
  <clbl:label id="{35268511-52de-428f-bc29-d3325c69c449}" enabled="0" method="" siteId="{35268511-52de-428f-bc29-d3325c69c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500</TotalTime>
  <Words>59</Words>
  <Application>Microsoft Office PowerPoint</Application>
  <PresentationFormat>Bredbild</PresentationFormat>
  <Paragraphs>11</Paragraphs>
  <Slides>3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PowerPoint-presentation</vt:lpstr>
      <vt:lpstr>Belimos hemsida</vt:lpstr>
      <vt:lpstr>PowerPoint-presentation</vt:lpstr>
    </vt:vector>
  </TitlesOfParts>
  <Company>BELIMO Automation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Albin Ursin</dc:creator>
  <cp:lastModifiedBy>Modéen Christina</cp:lastModifiedBy>
  <cp:revision>837</cp:revision>
  <cp:lastPrinted>2019-06-14T06:56:54Z</cp:lastPrinted>
  <dcterms:created xsi:type="dcterms:W3CDTF">2018-09-03T06:13:36Z</dcterms:created>
  <dcterms:modified xsi:type="dcterms:W3CDTF">2025-06-17T13:39:39Z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14500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